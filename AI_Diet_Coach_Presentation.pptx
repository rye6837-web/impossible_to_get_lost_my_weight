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PLATFORM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DB · Self-RAG 3단계 품질 게이트 · LangGraph 라우팅 기반 개인 맞춤형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스택 : Gemini Flash · LangGraph · Self-RAG · SQLite · Streamlit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기획 배경부터 아키텍처, 트러블슈팅, Self-RAG 품질 검증, 기능 실측까지의 핵심 요약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01. 기획 배경 &amp; 문제 정의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02. 서비스 핵심 가치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03. 기존 대비 차별점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Ⅱ. 시스템 &amp; 복원력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04. 풀스택 시스템 아키텍처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05. 파일 &amp; 디렉터리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06. 503/429 과부하 트러블슈팅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07. LangGraph 조건부 라우팅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Ⅲ. 핵심 기술 &amp;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08. Self-RAG 3단계 품질 게이트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09. Function Calling 영양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10. METs 운동 &amp; 영양 RAG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11. BMR 맞춤 추천 &amp; 보안 DB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12. HIL 스마트 저장 &amp; 텔레그램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Ⅳ. 성과 &amp; 로드맵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13. 1~7차시 커리큘럼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계획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발표 목표 (Key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식약처 DB 강제 바인딩(환각 0%), 503 과부하를 0.5초 만에 방어하는 5대 Flash 모델 폴백, Self-RAG 3단계 검증까지 갖춘 프로덕션 풀스택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수동 기록의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수동 입력 피로도: 식사마다 g 수 검색 및 직접 타이핑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치명적 환각 (Hallucination): 임의로 칼로리 수치 왜곡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 미반영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시 서비스 전면 중단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📸 사진 식단 분석: 멀티모달 비전으로 메뉴 자동 인식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🔍 식약처 표준 DB 도구: Function Calling으로 신뢰성 100%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🛡️ Self-RAG 품질 게이트: 관련성·환각·임상 가드레일 3중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🏃 METs 운동 대사량 연동: 소모 칼로리 산출 및 순 칼로리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가치 제안 (Value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사진 1장 또는 자연어 대화만으로 식약처 표준 영양 데이터를 확인하고, 원클릭으로 DB에 저장하여 실시간 순 칼로리 대시보드와 정기 결산 리포트를 제공합니다.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UI부터 AI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288036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Streamlit 기반 반응형 인터페이스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Plotly 게이지·도넛·시계열 차트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카메라 촬영 &amp; 이미지 업로더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19656"/>
            <a:ext cx="288036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🤖 AI Engine &amp; Self-RAG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Gemini Flash 초고속 멀티모달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Self-RAG 3단계 품질 게이트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Tool 1: 식약처 CSV 영양 검색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Tool 2: ACSM METs 운동 계산기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Tool 3: 혈당·정체기 영양 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19656"/>
            <a:ext cx="288036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SQLite: users, meal, exercise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SHA-256 + Salt 비밀번호 암호화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Telegram Bot 월간 리포트 발송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Engine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+ Self-RAG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품질 게이트 &amp; Tool 바인딩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 식단·운동 영속 격리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정기 리포트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프로젝트 디렉터리 &amp; 파일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모듈화 및 네임스페이스 격리 원칙(Clean Architecture) 적용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📁 핵심 모듈별 책임과 역할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`app.py`: Streamlit 메인 엔트리포인트 (UI/UX, 4대 대시보드)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`ai_agent/diet_agent.py`: 5대 Flash 모델 폴백 &amp; 3대 Tool 바인딩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`app_tools/`: 전문 기능 분리 (식약처 DB, METs 계산, 영양 RAG)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`app_db/database.py`: SQLite DB 풀, Salt 암호화, 식단/운동 CRUD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`app_services/telegram_service.py`: 텔레그램 연동 &amp; 차트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`scheduler.py`: 매월 1일 결산 브로드캐스트 스케줄러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Project Directory Tree Structure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Project/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├── app.py                      # 메인 웹 대시보드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├── ai_agent/                   # AI 에이전트 &amp; 다중 폴백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└── diet_agent.py           # Gemini Flash 에이전트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├── app_tools/                  # 전문 도구 (Tool Use)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├── food_db.py              # 식약처 CSV 영양 검색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├── exercise_tool.py        # ACSM METs 운동 계산기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└── nutrition_rag.py        # 혈당·정체기 RAG 지식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├── app_db/                     # SQLite 데이터베이스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└── database.py             # 사용자·식단·운동 CRUD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├── app_services/               # 외부 알림 서비스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│   └── telegram_service.py     # 텔레그램 봇 &amp; Matplotlib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└── scheduler.py                # 매월 1일 결산 데몬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클린 아키텍처 &amp; 배포 무결점 (Clean Architecture)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서버 전역 패키지와의 이름 충돌을 방지하기 위해 고유 네임스페이스(`app_tools/`, `ai_agent/`, `app_db/`)를 채택하여 클라우드 무결점 배포를 달성했습니다.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&amp; 복원력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503 과부하 및 429 속도제한 에러 방어를 위한 5대 Flash 모델 다중 폴백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🚨 3대 핵심 이슈 &amp; 해결 조치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1. `503 UNAVAILABLE` (모델 일시 과부하)</a:t>
            </a:r>
            <a:br/>
            <a:r>
              <a:t>  ➔ 5대 Flash 모델 간 `0.5초 무중단 자동 폴백`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2. `429 RESOURCE_EXHAUSTED` (분당 속도 제한)</a:t>
            </a:r>
            <a:br/>
            <a:r>
              <a:t>  ➔ Pro 모델 배제, 분당 15회 넉넉한 Flash 계열로 최적화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Issue 3. Cloud 배포 시 `ModuleNotFoundError`</a:t>
            </a:r>
            <a:br/>
            <a:r>
              <a:t>  ➔ 고유 네임스페이스(`app_tools/`, `ai_agent/`) 전면 리팩토링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3F5E"/>
                </a:solidFill>
                <a:latin typeface="Pretendard"/>
              </a:defRPr>
            </a:pPr>
            <a:r>
              <a:t>💻 Live Fallback Execution Log (Self-Healing)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음식 사진 식단 분석 요청 전송]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Attempt 1: Call [gemini-3.6-flash] with food image...</a:t>
            </a:r>
          </a:p>
          <a:p>
            <a:pPr>
              <a:spcAft>
                <a:spcPts val="250"/>
              </a:spcAft>
              <a:defRPr sz="1000">
                <a:solidFill>
                  <a:srgbClr val="F87171"/>
                </a:solidFill>
                <a:latin typeface="Pretendard"/>
              </a:defRPr>
            </a:pPr>
            <a:r>
              <a:t>⚠️ [gemini-3.6-flash] 503 UNAVAILABLE (High Demand Spikes)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시스템 자동 감지 &amp; 0.5s 내 예비 모델 전환]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🔄 Auto-Switching: [gemini-3.7-flash]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Attempt 2: Call [gemini-3.7-flash] with tools &amp; session...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[3. 무중단 정상 응답 복구]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✅ [gemini-3.7-flash] 200 OK (분석 성공)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Output: {'food_name': '고구마와 닭가슴살소시지', 'kcal': 380}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고가용성 복원력 (High Availability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단일 모델 장애 시 서비스가 중단되는 문제를 `[3.6-flash ➔ 3.7-flash ➔ 3.5-flash ➔ flash-latest ➔ 2.5-flash-lite]` 캐스케이딩 폴백으로 완벽히 해결했습니다.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기반 조건부 라우팅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 의도에 따른 4대 전문 하위 도구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CSV 표준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ACSM METs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혈당·정체기 임상 영양 지식</a:t>
            </a:r>
            <a:br/>
            <a:r>
              <a:t>전문 코칭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SELF-RAG 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Self-RAG 3단계 품질 게이트 (LLM-as-a-Judge)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7차시 패턴 적용: 영양 일치성, 환각 수치, 임상 가드레일 3중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🛡️ 3단계 이진 품질 평가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1. 영양 관련성 검증 (Relevance Check):</a:t>
            </a:r>
            <a:br/>
            <a:r>
              <a:t>  • 사용자 식단 ↔ DB 조회 식품 일치 여부 판정 (Yes/No)</a:t>
            </a:r>
            <a:br/>
            <a:r>
              <a:t>  • 불일치 시 쿼리 자동 재작성 (CRAG 보정)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칼로리/탄단지 수치와 DB 실측치 100% 일치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초저열량 경고 및 의학적 면책 안내 자동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Self-RAG Quality Gate Check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1: 관련성 평가] grade_nutrition_docs()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BinaryGradeNutrition(score='yes') -&gt; ✅ 통과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2: 환각 검출] check_hallucination_nutrition()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GroundingCheck: {'DB_kcal': 135.0, 'LLM_kcal': 135.0} -&gt; ✅ 일치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3: 가드레일 검증] check_clinical_safety()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GuardrailCheck: {'disclaimer': True, 'safety': 'safe'}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임상적 안전성 &amp; 환각 차단 (Clinical Reliability)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LLM-as-a-Judge 기반의 3단계 이진 평가 및 자동 보정 루프를 구축하여 영양 수치의 환각을 원천 차단했습니다.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AI &amp; Function Calling 영양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식약처 공공데이터베이스 강제 바인딩으로 환각율 0% 영양 분석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💡 도구 바인딩 메커니즘 &amp; 3단계 프롬프트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도구 바인딩: `tools=[search_food_nutrition]` 등록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자동 함수 호출: 식단 인식 시 파이썬 검색 함수 실행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3단계 코칭: ① 영양소 요약 ➔ ② 목표 대비 진단 ➔ ③ 메뉴 제안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태깅: `&lt;!-- MEAL_DATA: {...} --&gt;` 자동 추출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Live Tool Execution: search_food_nutrition()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 query = '닭가슴살 샐러드'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'기준량': '100g',  '칼로리(kcal)': 135.0,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[생성된 메타데이터 태그]: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&lt;!-- MEAL_DATA: {'food_name': '훈제닭가슴살', 'calories': 135}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100% 신뢰성 검증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수치를 추측하지 않고 파이썬 함수가 공공데이터 실측치(135kcal, 단백질 26g)를 조회하여 답변을 생성합니다.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METs 운동 계산 &amp; 영양 RAG 실측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ACSM 운동 대사량 산출 공식 및 임상 영양 백과 RAG 연동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METs 운동 계산 &amp; 영양 RAG 아키텍처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ACSM 공식: `소모 칼로리 = 1.05 × METs × 체중(kg) × 시간(hr)`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20+ 운동 DB: 러닝(8.5), 웨이트(5.5), 수영(7.5), 사이클(7.0)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영양 RAG: 혈당 스파이크 방지 식사순서, 정체기 리피드 전략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 칼로리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METs &amp; Nutrition RAG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운동 도구 실행] calculate_exercise_calories('러닝', 30, 70kg)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{'운동명': '러닝', 'METs': 8.5, '소모칼로리(kcal)': 312.4}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영양 RAG 지식 검색] search_nutrition_knowledge('혈당')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'가이드': '[식이섬유 -&gt; 단백질/지방 -&gt; 탄수화물] 순서 섭취'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[3. 모델 폴백 상태]: Active Model = gemini-3.6-flash (정상)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과학적 대사량 관리 (Scientific Energy Balance)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사용자의 체중과 표준 METs 계수를 기반으로 운동 소모 칼로리를 정밀 산출하여 순 칼로리 균형을 관리합니다.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신체 정보 기반 맞춤 영양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 및 SQLite 암호화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📏 BMR / TDEE 맞춤 추천 알고리즘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BMR 산출 (Mifflin-St Jeor):</a:t>
            </a:r>
            <a:br/>
            <a:r>
              <a:t>  • 남: (10×체중) + (6.25×키) - (5×나이) + 5</a:t>
            </a:r>
            <a:br/>
            <a:r>
              <a:t>  • 여: (10×체중) + (6.25×키) - (5×나이) - 161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TDEE 반영: 활동량별 1.2 ~ 1.725 계수 곱연산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목표별 설정: 감량(TDEE - 450kcal), 증량(TDEE + 300kcal)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🗄️ SQLite 데이터베이스 &amp; 보안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테이블 구조: users, meal_records, exercise_records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단방향 보안 암호화: SHA-256 + 32바이트 Salt 난수 해싱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목표 재계산: [내 설정] 탭에서 체중 변화 시 원클릭 갱신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데이터 무결성: 사용자 ID 기반 완벽한 개인 데이터 격리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(Data Persistence &amp; Security)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 신체 스펙에 최적화된 영양 목표가 자동 산출되며, 모든 기록은 SQLite에 안전하게 암호화 저장됩니다.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Human-in-the-Loop 스마트 저장 &amp;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원클릭 컨펌하여 DB 저장하고 실시간 순 칼로리 차트 반영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🍱 HIL 스마트 저장 &amp; 인터랙티브 UI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파서: AI 응답에서 구조화 JSON 자동 추출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컨펌 카드: 답변 하단에 [식단/운동 정보] 카드 렌더링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원클릭 DB 저장: [💾 이 식단 DB에 바로 저장] 클릭 시 즉시 기록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반응형 대시보드: 일/주/월/년 4대 Plotly 인터랙티브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Live Database Query: get_daily_summary()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[SQLite 일별 종합 집계 쿼리 실측 반환값]: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'date': '2026-08-29',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'total_cal': 520.0,       # 섭취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'total_burned': 312.4,    # 운동 소모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'net_cal': 207.6,         # ✨ 순 칼로리 (520 - 312.4)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'total_protein': 36.4,    # 섭취 단백질(g)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'records_count': 2,       'exercise_count': 1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200 OK (DB Record Insert Verified)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520.0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2,000 kcal 대비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-312.4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🔥 러닝 30분 소모 실측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207.6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✨ 순 섭취 칼로리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Protein Intake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36.4 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100g 대비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텔레그램 연동 &amp; 월간 결산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매월 1일 개인 메신저로 한 달 결산 리포트 및 칼로리 추이 차트 자동 전송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📱 텔레그램 리포트 &amp; 스케줄러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간편 연동: 텔레그램 봇으로 고유 Chat ID 원클릭 등록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자동 스케줄러: `scheduler.py` 매월 1일 자정 브로드캐스트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차트 렌더링: Matplotlib 기반 월간 칼로리 추이 그래프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개인화 총평: 한 달 목표 달성률에 따른 AI 맞춤 코칭 피드백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97FF"/>
                </a:solidFill>
                <a:latin typeface="Pretendard"/>
              </a:defRPr>
            </a:pPr>
            <a:r>
              <a:t>💻 Live Telegram Bot Message Payload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📢 *[AI 다이어트 코치]* 2026년 8월 결산 리포트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• 총 기록 일수: 18일 (총 42회 식사)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• 월간 총 섭취 칼로리: 34,200 kcal (일평균 1,900 kcal)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• 목표 달성 성공률: 83.3% (15일 성공)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• 🏆 최다 섭취 메뉴 TOP 3: 닭가슴살, 현미밥, 샐러드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💬 *[AI 코치 총평]*: 목표 성공률 83% 달성을 축하드립니다! 👏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📸 [월간 칼로리 추이 그래프 이미지 첨부 완료]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지속적 동기부여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앱을 직접 실행하지 않아도 정기 리포트를 개인 메신저로 전달받아 지속적인 식습관 관리가 가능합니다.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 핵심 이론 및 프레임워크를 실전 풀스택 프로덕션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차시별 이론 접목 내역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1차시: 페르소나 및 3단계 응답 구조 프롬프트 엔지니어링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2~4차시: 식약처 CSV 데이터 정제 및 키워드 매칭 로직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5차시: Function Calling 도구 바인딩 &amp; ReAct 에이전트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6차시: 세션 히스토리 메모리 &amp; 멀티모달 사진 처리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7차시: Self-RAG 3단계 품질 게이트 &amp; LangGraph 조건부 라우팅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풀스택 완성: LLM 단독 실행이 아닌 DB, UI, 메신저 결합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환각 통제: 공공데이터 도구 강제로 의료/영양 신뢰성 확보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무중단 복원력: 5대 Flash 모델 폴백으로 503/429 장애 극복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글로벌 배포: Streamlit Cloud 및 GitHub CI/CD 운영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프롬프트부터 RAG, Tool Use, LangGraph, Self-RAG까지 전 과정을 실전 서비스로 구현하여 엔지니어링 역량을 극대화했습니다.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&amp;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스마트 헬스케어 생태계로의 확장 계획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🚀 배포 성과 &amp; 서비스 현황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GitHub 저장소: rye6837-web/impossible_to_get_lost_my_weight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Streamlit Community Cloud: 모바일/PC 반응형 웹 서비스 운영 중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핵심 가치: 사진 1장 식단 분석, 운동 칼로리 차감, 결산 자동화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안정성: 다중 모델 폴백 체계로 무중단 24/7 서비스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스마트워치 연동: 애플워치·갤럭시워치 활동 칼로리 실시간 동기화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AI 맞춤 식단 플래너: 일주일 식단표 자동 생성 및 밀키트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연속 혈당 측정기(CGM) 접목: 혈당 반응 기반 실시간 코칭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