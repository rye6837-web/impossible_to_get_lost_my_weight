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37160" cy="3474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10058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10B981"/>
                </a:solidFill>
              </a:defRPr>
            </a:pPr>
            <a:r>
              <a:t>AI AGENT &amp; FULL-STACK WELLNESS PROJECT</a:t>
            </a:r>
          </a:p>
          <a:p>
            <a:pPr>
              <a:spcAft>
                <a:spcPts val="1400"/>
              </a:spcAft>
              <a:defRPr sz="3600" b="1">
                <a:solidFill>
                  <a:srgbClr val="FFFFFF"/>
                </a:solidFill>
              </a:defRPr>
            </a:pPr>
            <a:r>
              <a:t>🥗 AI 다이어트 &amp; 영양 코칭 서비스</a:t>
            </a:r>
          </a:p>
          <a:p>
            <a:pPr>
              <a:spcAft>
                <a:spcPts val="3500"/>
              </a:spcAft>
              <a:defRPr sz="1600">
                <a:solidFill>
                  <a:srgbClr val="CBD5E1"/>
                </a:solidFill>
              </a:defRPr>
            </a:pPr>
            <a:r>
              <a:t>식약처 표준 영양 DB와 Function Calling 기반 맞춤형 식단 분석 및 정기 결산 시스템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발표자 : 메타코드M 라이브 스터디  |  기술 스택 : Gemini 3.6 Flash · Streamlit · SQLite · Plotly · Telegram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PROBLEM &amp;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기획 배경 및 해결하고자 한 문제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기존 다이어트 앱과 일반 생성형 AI의 한계를 극복하는 신뢰성 높은 웰니스 에이전트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1E293B"/>
                </a:solidFill>
              </a:defRPr>
            </a:pPr>
            <a:r>
              <a:t>⚠️ 기존 다이어트 앱 &amp; LLM의 한계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기록의 번거로움: 사용자가 음식마다 그램(g) 수를 일일이 검색하고 수동 입력해야 하는 높은 피로도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LLM의 치명적 환각 (Hallucination): 일반 챗봇에게 칼로리를 물으면 임의로 수치를 지어내어 영양 왜곡 발생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개인화 결여: 사용자 체형/목표에 맞지 않는 획일적인 칼로리 가이드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지속성 부족: 앱에 직접 들어오지 않으면 식단 피드백과 월간 달성도를 확인하기 어려움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1E293B"/>
                </a:solidFill>
              </a:defRPr>
            </a:pPr>
            <a:r>
              <a:t>✨ AI 코치의 해결 솔루션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📸 멀티모달 사진 식단 분석: 음식 사진 1장으로 메뉴를 자동 인식하여 사용자 편의성 극대화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🔍 식약처 표준 DB Function Calling: 파이썬 검색 도구를 강제 연동하여 100% 신뢰할 수 있는 수치 반환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📏 BMR 기반 맞춤 목표 자동 산출: 미플린-세인트지올 공식으로 신체 맞춤 칼로리/단백질 추천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📱 텔레그램 월간 자동 결산: 매월 1일 전월 통계 요약 및 칼로리 추이 그래프를 메신저로 자동 전송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전체 시스템 아키텍처 및 기술 스택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클라이언트 인터페이스부터 AI 에이전트, 로컬 DB, 외부 알림 채널까지 유기적인 풀스택 구조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1E293B"/>
                </a:solidFill>
              </a:defRPr>
            </a:pPr>
            <a:r>
              <a:t>🖥️ Frontend (UI/UX)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Streamlit Web Framework: 반응형 웹 인터페이스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Plotly: 인터랙티브 게이지, 도넛, 꺾은선 대시보드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멀티모달 업로더: 파일 업로드 및 카메라 실시간 촬영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세션 &amp; 권한 관리: 사용자별 독립 세션 유지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2880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1E293B"/>
                </a:solidFill>
              </a:defRPr>
            </a:pPr>
            <a:r>
              <a:t>🤖 AI Agent &amp; Tools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Google Gemini 3.6 Flash: 초고속 멀티모달 추론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Function Calling: search_food_nutrition 도구 바인딩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식약처 영양 DB: 5,000+ 식품 표준 영양 데이터셋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3단계 코칭 프롬프트: 요약 → 진단 → 메뉴 추천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1E293B"/>
                </a:solidFill>
              </a:defRPr>
            </a:pPr>
            <a:r>
              <a:t>💾 Database &amp; Services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SQLite (diet_app.db): users / meal_records 관리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보안 암호화: SHA-256 + Salt 비밀번호 해싱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Telegram Bot API: 월간 결산 메시지 및 차트 전송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정기 스케줄러: scheduler.py 매월 1일 브로드캐스트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CORE TECHNOLOGY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멀티모달 AI 코치 &amp; Function Calling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임의의 추측을 배제하고 정확한 공공데이터 영양 수치만을 기반으로 코칭 수행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1E293B"/>
                </a:solidFill>
              </a:defRPr>
            </a:pPr>
            <a:r>
              <a:t>💡 Function Calling (도구 바인딩) 작동 원리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1. 사용자 입력: 사진(닭가슴살 샐러드) 또는 텍스트 입력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2. LLM 의도 판단: 식단 분석을 위해 영양 데이터 조회가 필요함을 인식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3. 도구 실행: Python의 `search_food_nutrition(음식명)` 함수를 자동 호출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4. DB 조회: 식약처 CSV에서 칼로리, 탄단지, 당류, 나트륨 수치 추출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5. 최종 코칭 생성: 조회된 실제 데이터를 기반으로 목표 대비 진단 및 피드백 제공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1E293B"/>
                </a:solidFill>
              </a:defRPr>
            </a:pPr>
            <a:r>
              <a:t>📋 3단계 전문 코칭 프롬프트 체계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Step 1. 영양소 요약: 섭취한 음식의 총 칼로리 및 탄·단·지, 나트륨 상세 표기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Step 2. 목표 대비 진단: 일일 목표치(예: 2,000kcal) 대비 현재 식단의 과부족 상태 평가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Step 3. 솔루션 제안: 다음 식사(저녁/간식)에서 보충할 추천 대체 메뉴 및 행동 팁 안내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환각율 0%: 모든 영양 수치를 DB 조회값으로 고정하여 신뢰성 보장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CORE TECHNOLOGY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신체 정보 기반 맞춤 영양 자동 추천 &amp; 개인 DB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미플린-세인트지올(Mifflin-St Jeor) 과학적 공식을 통한 개인화 설정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1E293B"/>
                </a:solidFill>
              </a:defRPr>
            </a:pPr>
            <a:r>
              <a:t>📏 AI 영양 추천 알고리즘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기초대사량 (BMR) 정밀 계산:</a:t>
            </a:r>
            <a:br/>
            <a:r>
              <a:t>   - 남성: (10×체중) + (6.25×키) - (5×나이) + 5</a:t>
            </a:r>
            <a:br/>
            <a:r>
              <a:t>   - 여성: (10×체중) + (6.25×키) - (5×나이) - 161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활동대사량 (TDEE) 반영: 운동 빈도별 1.2 ~ 1.725 계수 적용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목표별 칼로리/단백질 최적화:</a:t>
            </a:r>
            <a:br/>
            <a:r>
              <a:t>   - 감량(다이어트): TDEE - 450kcal / 체중 1kg당 1.6g 단백질</a:t>
            </a:r>
            <a:br/>
            <a:r>
              <a:t>   - 벌크업: TDEE + 300kcal / 체중 1kg당 1.8g 단백질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신체 스펙 수정 시 원클릭 재계산 지원 ([내 설정] 탭)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1E293B"/>
                </a:solidFill>
              </a:defRPr>
            </a:pPr>
            <a:r>
              <a:t>🗄️ SQLite 데이터베이스 아키텍처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users 테이블: ID, 비밀번호 해시, 솔트, 성별, 나이, 키, 몸무게, 목표 칼로리, 목표 단백질, 텔레그램 Chat ID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meal_records 테이블: 일자별 식사 구분(아침/점심/저녁/간식), 음식명, 칼로리, 탄단지, 당류, 나트륨, 코칭 메모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보안 암호화: SHA-256 + Salt 단방향 해싱으로 계정 안전 보장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식단 CRUD: 사이드바에서 간편 추가 및 언제든 오기입 삭제 가능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CORE TECHNOLOGY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반응형 인터랙티브 통계 대시보드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Plotly 기반의 직관적 시각화로 일/주/월/년 식단 섭취 패턴 분석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1E293B"/>
                </a:solidFill>
              </a:defRPr>
            </a:pPr>
            <a:r>
              <a:t>📅 일별 (Daily) 대시보드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목표 달성 게이지 차트: 당일 섭취 칼로리 vs 목표 칼로리 달성도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3대 영양소 도넛 차트: 탄수화물, 단백질, 지방 섭취 비율 한눈에 확인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당일 식단 타임라인: 시간대별 식사 상세 내역 및 삭제 관리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1E293B"/>
                </a:solidFill>
              </a:defRPr>
            </a:pPr>
            <a:r>
              <a:t>📈 주간 (Weekly) 트렌드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일별 칼로리 vs 목표 기준선 복합 막대/선 차트 (최근 7일)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단백질 섭취량 추이 차트 및 주간 평균 달성 지표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주간 기록 충실도 (기록 일수 / 7일) 제공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512064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1E293B"/>
                </a:solidFill>
              </a:defRPr>
            </a:pPr>
            <a:r>
              <a:t>🗓️ 월별 (Monthly) 결산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월간 일별 칼로리 변화 추이 선 그래프 및 목표선 표기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월간 목표 달성 성공률 (%) 및 총 섭취 칼로리 KPI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🏆 이번 달 가장 많이 섭취한 음식 TOP 5 가로 막대 차트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931920"/>
            <a:ext cx="512064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114800"/>
            <a:ext cx="4754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1E293B"/>
                </a:solidFill>
              </a:defRPr>
            </a:pPr>
            <a:r>
              <a:t>📊 연간 (Yearly) 장기 분석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연간 1~12월 월평균 칼로리 및 단백질 섭취 변화 다중 축 차트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계절별/월별 식습관 변화 패턴 및 장기적 다이어트 성과 추적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CORE TECHNOLOGY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텔레그램 연동 및 월간 결산 자동화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앱을 실행하지 않아도 매월 1일 정기 리포트를 개인 메신저로 자동 전달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1E293B"/>
                </a:solidFill>
              </a:defRPr>
            </a:pPr>
            <a:r>
              <a:t>📱 텔레그램 연동 및 리포트 구성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간편한 Chat ID 연동: 텔레그램 봇으로 고유 ID 확인 후 등록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종합 결산 텍스트 요약:</a:t>
            </a:r>
            <a:br/>
            <a:r>
              <a:t>   • 총 기록 일수 및 총 식사 횟수</a:t>
            </a:r>
            <a:br/>
            <a:r>
              <a:t>   • 월간 총 칼로리 및 일평균 섭취량</a:t>
            </a:r>
            <a:br/>
            <a:r>
              <a:t>   • 목표 달성 성공률 (%) 및 성공 일수</a:t>
            </a:r>
            <a:br/>
            <a:r>
              <a:t>   • 이번 달 최다 섭취 음식 TOP 3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AI 코칭 총평: 달성률에 따른 맞춤형 격려 및 개선 조언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칼로리 추이 그래프 이미지 자동 생성 (Matplotlib) 및 첨부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1E293B"/>
                </a:solidFill>
              </a:defRPr>
            </a:pPr>
            <a:r>
              <a:t>⏰ 자동 발송 파이프라인 (scheduler.py)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백그라운드 스케줄러: 매월 1일 정기 트리거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일괄 브로드캐스트: 텔레그램 ID를 연동한 모든 사용자 DB 조회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개인화 리포트 생성: 사용자별 전월 데이터 독립 집계 및 그래프 렌더링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즉시 테스트 발송 지원: 웹 화면에서 원클릭으로 이번 달 리포트 즉시 수신 가능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COURSE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강의 커리큘럼(1~6차시) 연계 및 의의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강의에서 다룬 핵심 AI 이론을 실무 풀스택 프로젝트로 구현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1E293B"/>
                </a:solidFill>
              </a:defRPr>
            </a:pPr>
            <a:r>
              <a:t>📚 차시별 핵심 이론 접목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1차시 (프롬프트 엔지니어링): 페르소나 부여 및 구조화된 System Instruction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2~4차시 (데이터 전처리 &amp; 검색): 식약처 CSV 정제 및 키워드 기반 영양 매칭 로직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5차시 (Tool Calling &amp; ReAct): LLM 도구 바인딩 및 함수 자동 호출 에이전트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6차시 (상태 관리 &amp; 멀티모달): 세션 히스토리 메모리 및 사진+텍스트 동시 처리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1E293B"/>
                </a:solidFill>
              </a:defRPr>
            </a:pPr>
            <a:r>
              <a:t>🏆 프로젝트의 기술적 의의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단순 튜토리얼을 넘은 풀스택 완성: LLM 단독 실행이 아닌 DB, UI, 외부 메신저까지 결합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할루시네이션 완벽 통제: 공공데이터 검색 도구를 강제하여 의료/영양 도메인 신뢰성 확보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실제 사용 가능한 완성도: 비밀번호 암호화, 개인 DB 격리, 동적 모듈 리로드, 글로벌 클라우드 배포 완료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SUMMARY &amp;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서비스 시연 요약 및 향후 발전 방향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실제 배포 완료 및 향후 스마트 헬스케어로의 확장 가능성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1E293B"/>
                </a:solidFill>
              </a:defRPr>
            </a:pPr>
            <a:r>
              <a:t>🚀 서비스 구현 및 배포 성과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GitHub 저장소: rye6837-web/impossible_to_get_lost_my_weight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Streamlit Community Cloud 배포 완료: 전 세계 어디서나 모바일/PC 접속 가능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핵심 가치: 번거로운 식단 입력을 사진 1장으로 단축하고, 정밀한 영양 통계와 월간 리포트 자동 제공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1E293B"/>
                </a:solidFill>
              </a:defRPr>
            </a:pPr>
            <a:r>
              <a:t>🔮 향후 확장 계획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스마트워치 / 헬스 데이터 연동: 애플워치·갤럭시워치 걸음 수 및 활동 소모 칼로리 실시간 동기화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AI 맞춤 식단 플래너 &amp; 장바구니: 부족한 영양소를 채워주는 일주일 식단표 생성 및 밀키트 구매 연계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 연속 혈당 측정기(CGM) 데이터 접목: 혈당 스파이크 방지 식사 순서 코칭 기능 추가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