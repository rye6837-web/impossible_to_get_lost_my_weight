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PIPELINE &amp; FULL-STACK VERIFICATION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코치 에이전트 파이프라인 검증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DB · METs 운동 계산 · LangGraph 라우팅 &amp; Self-RAG 3단계 품질 검증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검증 기준 : Diet_Agent_Pipeline_Verification.ipynb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파이프라인 검증 노트북(Diet_Agent_Pipeline_Verification.ipynb) 중심의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Ⅰ. 개요 &amp; MVP 구동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01. 기획 배경 &amp; 문제 정의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02. 서비스 MVP 구동 요약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Ⅱ. 핵심 도구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03. LangGraph 상태 그래프 시각화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04. [Tool 1] 식약처 영양 DB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05. [Tool 2] METs 운동 계산 실측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06. [Tool 3] 영양 백과 RAG 검색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Ⅲ. 복원력 &amp; Self-RAG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07. 5대 Flash 모델 자동 폴백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08. HIL 메타데이터 태깅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09. Self-RAG 3단계 품질 게이트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10. SQLite DB &amp; 순 칼로리 집계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819656"/>
            <a:ext cx="2002536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Ⅳ. 총평 &amp; 로드맵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11. 1~7차시 커리큘럼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12. 스마트 헬스케어 확장 계획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발표 목표 (Key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주피터 노트북 환경에서 3대 전문 도구, LangGraph 상태 그래프 시각화, 5대 모델 폴백, Self-RAG 3단계 품질 게이트를 단계별로 실증한 엔지니어링 파이프라인을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수동 기록의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수동 입력 피로도: 식사마다 g 수 검색 및 직접 타이핑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치명적 환각 (Hallucination): 임의로 칼로리 수치 왜곡 생성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 미반영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시 서비스 전면 중단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📸 사진 식단 분석: 멀티모달 비전으로 메뉴 자동 인식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🔍 식약처 표준 DB 도구: Function Calling으로 신뢰성 100%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🛡️ Self-RAG 품질 게이트: 관련성·환각·임상 가드레일 3중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🏃 METs 운동 대사량 연동: 소모 칼로리 산출 및 순 칼로리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가치 제안 (Value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사진 1장 또는 자연어 대화만으로 식약처 표준 영양 데이터를 확인하고, 원클릭으로 DB에 저장하여 실시간 순 칼로리 대시보드와 정기 결산 리포트를 제공합니다.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MVP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MVP 구동 요약 (Live Prototype)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Streamlit 기반 반응형 웹 UI와 4대 대시보드, 텔레그램 정기 결산 연동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🖥️ 클라이언트 주요 화면 구성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📸 멀티모달 입력: 카메라 촬영 및 식단 이미지 업로드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💬 AI 실시간 대화: 식단/운동/영양 상식 코칭 대화창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🍱 HIL 스마트 카드: AI 분석 결과 확인 후 원클릭 DB 저장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📊 4대 대시보드: 일별 순 칼로리 게이지, 주간/월간/연간 추이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📱 텔레그램 결산: 매월 1일 월간 통계 및 차트 자동 전송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웹 프레임워크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88552" y="160020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73736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인공지능 모델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초고속 멀티모달 &amp; 도구 바인딩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데이터베이스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SHA-256 개인화 격리 저장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3246120"/>
            <a:ext cx="2468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5712" y="338328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알림 자동화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자정 브로드캐스트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MVP 핵심 구동 가치 (MVP Value Summary)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복잡한 입력 절차 없이 사진 1장으로 식약처 영양 분석과 운동 소모 칼로리를 자동 반영하여 완성형 풀스택 서비스를 구현했습니다.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LANGGRAPH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상태 그래프(StateGraph) 및 시각화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get_graph().draw_mermaid() 기반의 조건부 라우팅 및 노드 흐름도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🔀 상태 그래프(StateGraph) 구조 설계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State 정의: `question`, `intent`, `tool_results`, `quality_score`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START ➔ `intent_router`: 질문 의도 4대 조건부 분기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4대 핸들러: `food`, `exercise`, `rag`, `general`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품질 평가: 4대 핸들러 ➔ `self_rag_evaluator` (3단계 검증)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저장: `human_in_the_loop` ➔ END (DB 저장)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Live Graph Visualization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[LangGraph 그래프 시각화 코드 실행]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graph = compiled_agent.get_graph()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mmd = graph.draw_mermaid()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```mermaid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graph TD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START --&gt; intent_router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food_handler &amp; exercise_handler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intent_router -.-&gt; rag_handler &amp; general_handler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food_handler &amp; exercise_handler --&gt; self_rag_evaluator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rag_handler &amp; general_handler --&gt; self_rag_evaluator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  self_rag_evaluator --&gt; human_in_the_loop --&gt; END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```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상태 그래프 오케스트레이션 (Stateful Orchestration)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LangGraph를 통해 입력 의도에 따라 전문 도구로 분기하고, Self-RAG 품질 검증을 거쳐 스마트 저장으로 이어지는 제어 흐름을 완성했습니다.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TOOL 1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[Tool 1] 식약처 표준 영양 DB 검색기 실측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search_food_nutrition() 함수를 통한 5,000+ 공공데이터 실측 수치 반환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🔍 Tool 1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공공데이터 연동: 식약처 5,000+ 식품 표준 영양 CSV 탑재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키워드 매칭 로직: 사용자가 입력한 대표 음식명 자동 탐색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추출 영양 성분: 칼로리, 탄수화물, 단백질, 지방, 당류, 나트륨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환각율 0%: LLM 추측을 배제하고 CSV 실측치만 정확히 반환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Notebook Cell 3: search_food_nutrition('닭가슴살')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food_name = '닭가슴살'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100% 실측 영양 데이터 반환 성공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100% 공공데이터 기반 신뢰성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임의로 칼로리를 추측하지 않고 파이썬 함수가 공공데이터 실측치(135kcal, 단백질 26g)를 직접 반환합니다.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TOOL 2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[Tool 2] ACSM 표준 METs 운동 소모 계산기 실측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calculate_exercise_calories() 함수를 통한 과학적 소모 대사량 산출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🏃 Tool 2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ACSM 공식: `소모 칼로리 = 1.05 × METs × 체중(kg) × 시간(hr)`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20+ 운동 계수 DB: 러닝(8.5), 웨이트(5.5), 수영(7.5), 사이클(7.0)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체중 연동: 사용자별 체중(kg) 자동 반영 맞춤 계산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Notebook Cell 4: calculate_exercise_calories('러닝')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exercise_name='러닝', duration=30분, weight=70kg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[ACSM 공식 계산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'운동명': '러닝',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'적용체중(kg)': 70.0,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'METs계수': 8.5,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'소모칼로리(kcal)': 312.4,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'설명': '70.0kg 기준 러닝 30분 수행 시 약 312.4 kcal 소모'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과학적 대사량 관리 (Scientific Energy Expenditure)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미국 스포츠의학회(ACSM) 공식에 체중과 운동 시간을 연동하여 정밀한 소모 칼로리를 산출합니다.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TOOL 3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[Tool 3] 다이어트 &amp; 영양 백과 RAG 검색기 실측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search_nutrition_knowledge() 함수를 통한 임상 영양 전문 가이드 제공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Tool 3 작동 원리 &amp; 검증 포인트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영양 백과 RAG: 전문 임상 영양 지식 베이스 구축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혈당 스파이크 방지: [식이섬유 ➔ 단백질 ➔ 탄수화물] 식사순서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정체기 극복 가이드: 대사 적응 극복을 위한 리피드(Refeed) 전략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단백질 흡수 타이밍: 운동 직후 근합성을 위한 단백질 권장량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Notebook Cell 5: search_nutrition_knowledge('혈당')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[입력]: query = '혈당 스파이크 방지'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[영양 RAG 지식 검색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'핵심원리': '급격한 인슐린 분비는 체지방 축적 유발',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'실천가이드': '1. 식이섬유 -&gt; 2. 단백질/지방 -&gt; 3. 탄수화물',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'추천행동': '식후 15분 가벼운 산책 권장'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 영양 가이드 (Clinical Nutrition RAG)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 수치 계산을 넘어 혈당 관리 및 정체기 극복을 위한 전문 임상 영양 가이드를 과학적으로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FAULT TOLERANCE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5대 Flash 모델 무중단 폴백(Fallback)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503 과부하 및 429 속도제한 감지 시 0.5초 이내 예비 Flash 모델 자동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🛡️ 다중 모델 폴백 아키텍처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1순위: `gemini-3.6-flash` (기본 호출 &amp; 3대 Tool 바인딩)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2순위: `gemini-3.7-flash` (차세대 플래시 1차 예비)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3순위: `gemini-3.5-flash` (고가용성 플래시 2차 예비)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4순위: `gemini-flash-latest` (최신 안정화 에일리어스)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5순위: `gemini-2.5-flash-lite` (초경량 최저 토큰 소모)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3F5E"/>
                </a:solidFill>
                <a:latin typeface="Pretendard"/>
              </a:defRPr>
            </a:pPr>
            <a:r>
              <a:t>💻 Notebook Cell 6: Self-Healing Fallback Test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음식 사진 식단 분석 요청 전송]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Attempt 1: Call [gemini-3.6-flash] with food image...</a:t>
            </a:r>
          </a:p>
          <a:p>
            <a:pPr>
              <a:spcAft>
                <a:spcPts val="250"/>
              </a:spcAft>
              <a:defRPr sz="1000">
                <a:solidFill>
                  <a:srgbClr val="F87171"/>
                </a:solidFill>
                <a:latin typeface="Pretendard"/>
              </a:defRPr>
            </a:pPr>
            <a:r>
              <a:t>⚠️ [gemini-3.6-flash] 503 UNAVAILABLE (Demand Spikes)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시스템 자동 감지 &amp; 0.5s 내 예비 모델 전환]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🔄 Auto-Switching: [gemini-3.7-flash]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Attempt 2: Call [gemini-3.7-flash] with tools &amp; session...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[3. 무중단 정상 응답 복구 완료]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✅ [gemini-3.7-flash] 200 OK (분석 성공 &amp; 메타데이터 추출)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고가용성 복원력 (High Availability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특정 모델의 트래픽 폭주 시에도 0.5초 이내에 예비 모델로 자동 전환되어 중단 없는 서비스를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MULTIMODAL &amp; HIL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식단 분석 &amp; 구조화 메타데이터 태깅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식단 분석 결과에서 MEAL_DATA JSON 태그 자동 생성 및 파싱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🏷️ Human-in-the-Loop 메타데이터 태깅 원리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3단계 프롬프트: ① 영양소 요약 ➔ ② 목표 대비 진단 ➔ ③ 메뉴 제안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한 줄 태깅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정규식 파서: `parse_agent_metadata()`로 텍스트와 JSON 분리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 컨펌 카드: UI 하단에 즉시 렌더링되어 원클릭 DB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Notebook Cell 7: parse_agent_metadata() Output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[AI 코치 클린 답변 텍스트]: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오늘 점심으로 드신 닭가슴살(135kcal)과 사과(85kcal)는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총 220kcal이며 단백질 26g을 충분히 보충하셨습니다...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[추출된 식단 메타데이터 (MEAL_DATA)]: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'food_name': '닭가슴살과 사과',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'calories': 220,  'carbs': 25,  'protein': 26,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'fat': 2,  'sodium': 60,  'meal_type': '점심'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정형 데이터 자동 추출 (Structured Data Extraction)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자연어 답변에서 정형 JSON 데이터를 완벽히 분리하여 사용자의 원클릭 DB 저장을 지원합니다.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SELF-RAG 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Self-RAG 3단계 품질 게이트 (LLM-as-a-Judge)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관련성(Relevance) ➔ 환각 검출(Grounding) ➔ 임상 안전성(Safety) 3중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🛡️ 3단계 이진 품질 평가 구조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1. 영양 관련성 검증 (Relevance Check):</a:t>
            </a:r>
            <a:br/>
            <a:r>
              <a:t>  • 사용자 식단 ↔ DB 조회 식품 일치 여부 판정 (Yes/No)</a:t>
            </a:r>
            <a:br/>
            <a:r>
              <a:t>  • 불일치 시 쿼리 자동 재작성 (CRAG 보정)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칼로리/탄단지 수치와 DB 실측치 100% 일치 검증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초저열량 경고 및 의학적 면책 안내 자동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Notebook Cell 9: evaluate_self_rag_quality()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[Self-RAG 3단계 품질 게이트 실행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'Gate_1_Relevance': 'yes',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  'Gate_2_Grounding_Zero_Hallucination': True,</a:t>
            </a:r>
          </a:p>
          <a:p>
            <a:pPr>
              <a:spcAft>
                <a:spcPts val="250"/>
              </a:spcAft>
              <a:defRPr sz="1000">
                <a:solidFill>
                  <a:srgbClr val="FDE047"/>
                </a:solidFill>
                <a:latin typeface="Pretendard"/>
              </a:defRPr>
            </a:pPr>
            <a:r>
              <a:t>  'Gate_3_Clinical_Safety': 'safe',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  'ALL_GATES_PASSED': True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 (최종 승인 반환)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철저한 환각 통제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LLM-as-a-Judge 평가를 통해 관련성, 사실 근거성, 임상 안전성을 3중 검증하여 안전한 답변만 제공합니다.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DATABASE &amp; NET CALORIES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SQLite DB 연동 및 순 칼로리 집계 쿼리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get_daily_summary() 함수를 통한 섭취량 - 소모량 실시간 집계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💾 SQLite 데이터베이스 &amp; 순 칼로리 연산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테이블 구조: `users`, `meal_records`, `exercise_records`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보안 암호화: SHA-256 + 32바이트 Salt 난수 해싱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순 칼로리 공식: `Net Calories = 총 섭취 칼로리 - 총 운동 소모량`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대시보드 실시간 반영: 일별 순 칼로리 게이지 및 도넛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Notebook Cell 10: get_daily_summary(user_id=1)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[SQLite 일별 종합 집계 실측 쿼리 결과]: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'date': '2026-08-29',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'total_cal': 520.0,       # 섭취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'total_burned': 312.4,    # 운동 소모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'net_cal': 207.6,         # ✨ 순 칼로리 (520 - 312.4)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'total_protein': 36.4,    # 섭취 단백질(g)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'records_count': 2,       'exercise_count': 1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520.0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2,000 kcal 대비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-312.4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🔥 러닝 30분 소모 실측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207.6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✨ 순 섭취 칼로리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Protein Intake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36.4 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100g 대비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 핵심 이론 및 프레임워크를 실전 풀스택 프로덕션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📚 차시별 이론 접목 내역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1차시: 페르소나 및 3단계 응답 구조 프롬프트 엔지니어링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2~4차시: 식약처 CSV 데이터 정제 및 키워드 매칭 로직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5차시: Function Calling 도구 바인딩 &amp; ReAct 에이전트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6차시: 세션 히스토리 메모리 &amp; 멀티모달 사진 처리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7차시: Self-RAG 3단계 품질 게이트 &amp; LangGraph 조건부 라우팅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풀스택 완성: LLM 단독 실행이 아닌 DB, UI, 메신저 결합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환각 통제: 공공데이터 도구 강제로 의료/영양 신뢰성 확보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무중단 복원력: 5대 Flash 모델 폴백으로 503/429 장애 극복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검증 완결성: 주피터 노트북을 통한 단계별 실측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프롬프트부터 RAG, Tool Use, LangGraph, Self-RAG까지 전 과정을 실전 서비스로 구현하여 엔지니어링 역량을 극대화했습니다.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&amp;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스마트 헬스케어 생태계로의 확장 계획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🚀 배포 성과 &amp; 서비스 현황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GitHub 저장소: rye6837-web/impossible_to_get_lost_my_weight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Streamlit Community Cloud: 모바일/PC 반응형 웹 서비스 운영 중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핵심 가치: 사진 1장 식단 분석, 운동 칼로리 차감, 결산 자동화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안정성: 다중 모델 폴백 체계로 무중단 24/7 서비스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19656"/>
            <a:ext cx="4718304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스마트워치 연동: 애플워치·갤럭시워치 활동 칼로리 실시간 동기화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AI 맞춤 식단 플래너: 일주일 식단표 자동 생성 및 밀키트 연계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Pretendard"/>
              </a:defRPr>
            </a:pPr>
            <a:r>
              <a:t>•  연속 혈당 측정기(CGM) 접목: 혈당 반응 기반 실시간 코칭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