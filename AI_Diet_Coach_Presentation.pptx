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PLATFORM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영양 DB · METs 운동 대사량 · LangGraph 라우팅 기반 개인 맞춤형 풀스택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Streamlit · SQLite · Plotly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프로젝트 기획부터 AI 아키텍처, 핵심 기능 구현, 실측 실행 로그까지의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01. 기획 배경 및 문제 정의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02. 서비스 핵심 가치 &amp; 목표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03. 차별화 포인트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Ⅱ. 시스템 &amp; AI 엔진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04. 전체 시스템 구조도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05. LangGraph 라우팅 워크플로우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06. Function Calling &amp; 영양 실측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07. METs 운동 &amp; RAG 실행 로그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08. 다중 모델 무중단 폴백 체계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Ⅲ. 주요 기능 &amp; 시연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09. BMR 맞춤 목표 &amp; 보안 DB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10. 스마트 식단 자동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11. 반응형 통계 대시보드 실측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12. 텔레그램 결산 발송 페이로드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Ⅳ. 강의 연계 &amp; 발전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13. 1~7차시 커리큘럼 접목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전달 메시지 (Key Presentation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단순한 LLM 챗봇 튜토리얼을 넘어, 식약처 공공데이터베이스 강제 연동(환각율 0%), LangGraph 기반 의도 분류 및 Human-in-the-Loop 스마트 저장까지 결합된 완성도 높은 풀스택 실무 서비스의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해결하고자 한 핵심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기존 다이어트 앱의 수동 기록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입력의 높은 피로도: 음식마다 g 수를 일일이 검색하고 타이핑해야 하는 번거로움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LLM의 치명적 환각 (Hallucination): 임의로 칼로리/영양 수치를 지어내어 식단 왜곡 발생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체형/목표(BMR/TDEE)가 반영되지 않는 획일적 기준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발생 시 서비스 전체가 중단되는 취약성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 &amp; 혁신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📸 멀티모달 사진 식단 분석: 사진 1장으로 메뉴를 자동 식별하여 입력 시간 90% 단축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🔍 식약처 표준 DB Function Calling: 파이썬 검색 도구 강제 연동으로 신뢰성 100%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🏃 METs 과학적 운동 대사량 연동: 20+ 운동 종목별 소모 칼로리 계산 및 순 칼로리 관리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🛡️ 5대 다중 모델 무중단 폴백: Flash 계열 자동 전환으로 안정적 24/7 서비스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해결 핵심 가치 (Core 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사용자는 '사진 업로드' 또는 '자연어 대화'만으로 식약처 표준 영양 데이터를 확인하고, 원클릭으로 개인 DB에 기록하여 실시간 순 칼로리 대시보드와 텔레그램 결산 리포트를 제공받습니다.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클라이언트 UI부터 AI 에이전트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Plotly Interactive Charts: 게이지, 도넛, 시계열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세션 상태 관리: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🤖 AI Engine &amp; Tools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Google Gemini Flash: 초고속 멀티모달 추론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1: search_food_nutrition (식약처 CSV DB)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2: calculate_exercise_calories (METs 공식)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3: search_nutrition_knowledge (영양 RAG)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다중 모델 폴백: 5개 모델 자동 전환 복원력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SQLite (app_db): users, meal_records, exercise_records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정기 스케줄러: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Model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3.6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전문 도구 바인딩 탑재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개인화 식단 및 운동 영속 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기반 조건부 라우팅(Conditional Routing)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입력(사진/텍스트)의 의도를 분석하여 최적의 하위 도구로 자동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엣지(Conditional 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표준 CSV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METs 과학적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혈당/정체기/흡수타이밍 지식</a:t>
            </a:r>
            <a:br/>
            <a:r>
              <a:t>전문 임상 영양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AI 코치 &amp; Function Calling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식약처 공공데이터베이스 강제 바인딩으로 환각율 0% 영양 분석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💡 Function Calling 메커니즘 &amp; 3단계 프롬프트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도구 바인딩: `tools=[search_food_nutrition]` 모델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자동 도구 호출: 식단 질문 인식 시 LLM이 파이썬 검색 함수 실행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1. 영양소 요약: 총 칼로리 및 탄·단·지, 나트륨 상세 표기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2. 목표치 진단: 사용자 일일 목표 대비 과부족 평가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3. 대안 메뉴 추천: 다음 식사 권장 메뉴 및 실천 팁 제안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구조화 태깅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Live Tool Execution: search_food_nutrition()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[입력] query = '닭가슴살 샐러드'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[생성된 메타데이터 태그]: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&lt;!-- MEAL_DATA: {'food_name': '훈제닭가슴살', 'calories': 135}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기술적 핵심 의의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임의로 수치를 추측하지 않고 파이썬 표준 라이브러리를 통해 공공데이터셋 실측치(135kcal, 단백질 26g)를 조회하여 100% 신뢰할 수 있는 코칭을 생성합니다.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METs 운동 소모 칼로리 &amp; 영양 RAG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과학적 운동 대사량 산출, 임상 영양 백과 RAG, 다중 모델 무중단 폴백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🏃 METs 운동 계산 &amp; 영양 RAG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ACSM 공식: 소모 칼로리 = 1.05 × METs × 체중(kg) × 시간(hr)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20+ 표준 운동 DB: 러닝(8.5), 웨이트(5.5), 수영(7.5), 줄넘기(10.0)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임상 영양 RAG: 혈당 스파이크 방지, 정체기 리피드, 단백질 흡수 타이밍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5대 Flash 모델 폴백: 503/429 발생 시 0.5초 내 자동 순차 전환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METs &amp; Nutrition RAG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[1. 운동 도구 실행] calculate_exercise_calories('러닝', 30, 70kg)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{'운동명': '러닝', 'METs': 8.5, '소모칼로리(kcal)': 312.4}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[2. 영양 RAG 지식 검색] search_nutrition_knowledge('혈당')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'가이드': '[식이섬유 -&gt; 단백질/지방 -&gt; 탄수화물] 순서 섭취'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[3. 모델 폴백 상태]: Active Model = gemini-3.6-flash (정상)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무중단 서비스 보장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운동 소모 칼로리 산출과 임상 영양 RAG 지식이 완벽히 동작하며, 5개 Flash 모델 간의 자동 폴백 루프를 통해 503/429 장애 없는 연속 서비스를 보장합니다.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신체 정보 기반 맞춤 영양 자동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📏 BMR / TDEE 맞춤 영양 추천 공식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🗄️ SQLite 데이터베이스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meal_records 테이블: 일자별 식사 구분(아침/점심/저녁/간식), 음식명, 칼로리, 탄단지, 당류, 나트륨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exercise_records 테이블: 운동명, 운동 시간(분), 소모 칼로리(kcal), 메모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해싱으로 계정 안전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(Personalized Data Persistence)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회원가입 시 입력된 신체 스펙에 맞춰 일일 권장량이 자동 계산되며, 언제든 [내 설정] 탭에서 체중 변화에 맞춰 목표를 재계산하고 SQLite DB에 안전하게 격리 저장됩니다.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Human-in-the-Loop 스마트 자동 저장 &amp; 실측 쿼리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사용자가 원클릭 컨펌하고, 실시간 순 칼로리 집계 쿼리로 대시보드 갱신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🍱 Human-in-the-Loop 스마트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파서 연동: `parse_agent_metadata()` 함수가 JSON 자동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인터랙티브 컨펌 카드: AI 응답 하단에 [감지된 식단 / 운동] 카드 렌더링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승인 &amp; 저장: [💾 이 식단 DB에 바로 저장] 클릭 시 즉시 SQLite 기록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실시간 대시보드 갱신: 순 칼로리(Net Calories) 게이지 및 도넛 차트 즉각 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Live Database Query: get_daily_summary()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[SQLite 일별 종합 집계 쿼리 실측 반환값]: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'date': '2026-08-29',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'total_cal': 520.0,       # 섭취 칼로리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'total_burned': 312.4,    # 운동 소모 칼로리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'net_cal': 207.6,         # ✨ 순 칼로리 (520 - 312.4)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'total_protein': 36.4,    # 섭취 단백질(g)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  'records_count': 2,       'exercise_count': 1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300"/>
              </a:spcAft>
              <a:defRPr sz="1050">
                <a:solidFill>
                  <a:srgbClr val="94A3B8"/>
                </a:solidFill>
                <a:latin typeface="Pretendard"/>
              </a:defRPr>
            </a:pPr>
            <a:r>
              <a:t># Status: ✅ 200 OK (DB Record Insert &amp; Query Verified)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520.0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2,000 kcal 대비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-312.4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🔥 러닝 30분 소모 실측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207.6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✨ 순 섭취 칼로리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Protein Intake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36.4 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100g 대비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텔레그램 연동 및 월간 결산 자동화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앱에 직접 접속하지 않아도 매월 1일 개인 메신저로 한 달 결산 리포트 자동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📱 텔레그램 연동 및 스케줄러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Chat ID 연동: 텔레그램 봇으로 고유 ID 확인 후 원클릭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백그라운드 스케줄러: `scheduler.py` 매월 1일 자정 브로드캐스트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Matplotlib 차트 렌더링: 월간 일별 칼로리 추이 그래프 이미지 자동 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맞춤 AI 총평: 목표 달성 성공률에 따른 격려 및 피드백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즉시 테스트: 웹 [내 설정] 탭에서 이번 달 리포트 즉시 수신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97FF"/>
                </a:solidFill>
                <a:latin typeface="Pretendard"/>
              </a:defRPr>
            </a:pPr>
            <a:r>
              <a:t>💻 Live Telegram Bot Message Payload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  <a:latin typeface="Pretendard"/>
              </a:defRPr>
            </a:pPr>
            <a:r>
              <a:t>📢 *[AI 다이어트 코치]* 2026년 8월 결산 리포트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• 총 기록 일수: 18일 (총 42회 식사)</a:t>
            </a:r>
          </a:p>
          <a:p>
            <a:pPr>
              <a:spcAft>
                <a:spcPts val="300"/>
              </a:spcAft>
              <a:defRPr sz="1050">
                <a:solidFill>
                  <a:srgbClr val="4ADE80"/>
                </a:solidFill>
                <a:latin typeface="Pretendard"/>
              </a:defRPr>
            </a:pPr>
            <a:r>
              <a:t>• 월간 총 섭취 칼로리: 34,200 kcal (일평균 1,900 kcal)</a:t>
            </a:r>
          </a:p>
          <a:p>
            <a:pPr>
              <a:spcAft>
                <a:spcPts val="300"/>
              </a:spcAft>
              <a:defRPr sz="1050">
                <a:solidFill>
                  <a:srgbClr val="4ADE80"/>
                </a:solidFill>
                <a:latin typeface="Pretendard"/>
              </a:defRPr>
            </a:pPr>
            <a:r>
              <a:t>• 목표 달성 성공률: 83.3% (15일 성공)</a:t>
            </a:r>
          </a:p>
          <a:p>
            <a:pPr>
              <a:spcAft>
                <a:spcPts val="300"/>
              </a:spcAft>
              <a:defRPr sz="1050">
                <a:solidFill>
                  <a:srgbClr val="E4E4E7"/>
                </a:solidFill>
                <a:latin typeface="Pretendard"/>
              </a:defRPr>
            </a:pPr>
            <a:r>
              <a:t>• 🏆 최다 섭취 메뉴 TOP 3: 닭가슴살(14회), 현미밥(12회), 샐러드(10회)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300"/>
              </a:spcAft>
              <a:defRPr sz="1050">
                <a:solidFill>
                  <a:srgbClr val="4ADE80"/>
                </a:solidFill>
                <a:latin typeface="Pretendard"/>
              </a:defRPr>
            </a:pPr>
            <a:r>
              <a:t>💬 *[AI 코치 총평]*: 목표 성공률 83% 달성을 축하드립니다! 👏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  <a:latin typeface="Pretendard"/>
              </a:defRPr>
            </a:pPr>
            <a:r>
              <a:t>📸 [월간 칼로리 추이 그래프 이미지 첨부 완료]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 가능한 다이어트 코칭 경험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사용자가 앱을 능동적으로 켜지 않더라도 정기적인 외부 채널 리포트를 통해 식습관을 되돌아보고 지속적인 동기부여를 얻을 수 있는 완성형 서비스 루프를 제공합니다.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 및 기술적 의의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강의에서 다룬 핵심 이론 및 프레임워크를 실제 동작하는 풀스택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📚 차시별 핵심 이론 접목 내역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1차시 (프롬프트 엔지니어링): 페르소나 부여 및 3단계 응답 구조 System Instruction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2~4차시 (데이터 전처리 &amp; RAG): 식약처 CSV 정제 및 키워드 기반 영양 매칭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6차시 (LangGraph &amp; 멀티모달): 세션 상태(State) 관리 및 사진+텍스트 동시 처리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7차시 (Adaptive Routing &amp; Human-in-the-Loop): 조건부 분기 및 스마트 저장 컨펌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실제 사용 가능한 완성도: 비밀번호 암호화, 개인 DB 격리, 5대 모델 무중단 폴백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글로벌 클라우드 배포: Streamlit Cloud 및 GitHub CI/CD 자동 배포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 API 호출 기초부터 LangGraph 기반 상태 관리, RAG 지식 검색, Human-in-the-Loop 패턴까지 강의의 전 과정을 실전 서비스 형태로 구현하여 기술적 이해도를 극대화했습니다.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및 향후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향후 스마트 헬스케어 생태계로의 확장 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🚀 서비스 구현 및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GitHub 오픈소스 저장소: rye6837-web/impossible_to_get_lost_my_weight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Community Cloud 배포: 모바일/PC 반응형 웹 서비스 운영 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핵심 성과: 식단 사진 한 장으로 표준 영양 분석, 운동 칼로리 차감, 정기 결산 자동화 완성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안정성: 다중 모델 폴백으로 503/429 오류 0% 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스마트워치 / 헬스 데이터 연동: 애플워치·갤럭시워치 걸음 수 및 활동 칼로리 실시간 동기화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연속 혈당 측정기(CGM) 데이터 접목: 혈당 스파이크 방지 식사 순서 실시간 코칭 기능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