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&amp; FULL-STACK WELLNESS PROJECT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Pretendard"/>
              </a:defRPr>
            </a:pPr>
            <a:r>
              <a:t>🥗 AI 다이어트 &amp; 웰니스 코칭 서비스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표준 영양 DB · METs 운동 대사량 · LangGraph 라우팅 기반 개인 맞춤형 풀스택 플랫폼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Streamlit · SQLite · Plotly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프로젝트 기획부터 AI 아키텍처, 핵심 기능 구현, 강의 연계 성과까지의 체계적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Ⅰ. 프로젝트 개요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01. 기획 배경 및 문제 정의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02. 서비스 핵심 가치 &amp; 목표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03. 차별화 포인트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Ⅱ. 시스템 &amp; AI 엔진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04. 전체 시스템 구조도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05. LangGraph 라우팅 워크플로우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06. Function Calling &amp; 멀티모달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07. METs 운동 계산 &amp; 영양 RAG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08. 다중 모델 무중단 폴백 체계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Ⅲ. 주요 기능 &amp; 시연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09. BMR 맞춤 목표 &amp; 보안 DB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10. 스마트 식단 자동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11. 반응형 통계 대시보드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12. 텔레그램 월간 결산 자동화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Ⅳ. 강의 연계 &amp; 발전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13. 1~7차시 커리큘럼 접목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14. 글로벌 클라우드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15. 스마트 헬스케어 확장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전달 메시지 (Key Presentation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단순한 LLM 챗봇 튜토리얼을 넘어, 식약처 공공데이터베이스 강제 연동(환각율 0%), LangGraph 기반 의도 분류 및 Human-in-the-Loop 스마트 저장까지 결합된 완성도 높은 풀스택 실무 서비스의 구현 과정을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기획 배경 및 해결하고자 한 핵심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기존 다이어트 앱의 수동 기록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입력의 높은 피로도: 음식마다 g 수를 일일이 검색하고 타이핑해야 하는 번거로움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LLM의 치명적 환각 (Hallucination): 임의로 칼로리/영양 수치를 지어내어 식단 왜곡 발생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체형/목표(BMR/TDEE)가 반영되지 않는 획일적 기준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발생 시 서비스 전체가 중단되는 취약성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✨ AI 코치의 해결 솔루션 &amp; 혁신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📸 멀티모달 사진 식단 분석: 사진 1장으로 메뉴를 자동 식별하여 입력 시간 90% 단축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🔍 식약처 표준 DB Function Calling: 파이썬 검색 도구 강제 연동으로 신뢰성 100%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🏃 METs 과학적 운동 대사량 연동: 20+ 운동 종목별 소모 칼로리 계산 및 순 칼로리 관리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🛡️ 5대 다중 모델 무중단 폴백: Flash 계열 자동 전환으로 안정적 24/7 서비스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해결 핵심 가치 (Core 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사용자는 '사진 업로드' 또는 '자연어 대화'만으로 식약처 표준 영양 데이터를 확인하고, 원클릭으로 개인 DB에 기록하여 실시간 순 칼로리 대시보드와 텔레그램 결산 리포트를 제공받습니다.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전체 풀스택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클라이언트 UI부터 AI 에이전트 엔진, 로컬 데이터베이스, 외부 메신저 알림까지의 통합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🖥️ Frontend (UI/UX)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Web Framework: 반응형 웹 인터페이스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Plotly Interactive Charts: 게이지, 도넛, 시계열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멀티모달 업로더: 파일 업로드 및 카메라 실시간 촬영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세션 상태 관리: 사용자별 독립 로그인 세션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🤖 AI Engine &amp; Tools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Google Gemini Flash: 초고속 멀티모달 추론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1: search_food_nutrition (식약처 CSV DB)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2: calculate_exercise_calories (METs 공식)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3: search_nutrition_knowledge (영양 RAG)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다중 모델 폴백: 5개 모델 자동 전환 복원력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💾 Database &amp; Services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SQLite (app_db): users, meal_records, exercise_records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Telegram Bot API: 월간 결산 메시지 및 차트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정기 스케줄러: scheduler.py 매월 1일 브로드캐스트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UI Framework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대시보드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AI Model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3.6 Flash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3대 전문 도구 바인딩 탑재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Storage &amp; Security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개인화 식단 및 운동 영속 저장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Automation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LangGraph 기반 조건부 라우팅(Conditional Routing)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사용자 입력(사진/텍스트)의 의도를 분석하여 최적의 하위 도구로 자동 분기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600200"/>
            <a:ext cx="249631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__start__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사용자 입력 수신 (사진/텍스트)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40280"/>
            <a:ext cx="3410712" cy="594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🔀 Intent Router (check)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질문 의도 분류 &amp; 조건부 엣지(Conditional 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2468880" cy="13716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🍱 식단 분석 핸들러</a:t>
            </a:r>
            <a:br/>
            <a:r>
              <a:t>(food_handler)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search_food_nutrition</a:t>
            </a:r>
            <a:br/>
            <a:r>
              <a:t>식약처 표준 CSV 영양 검색</a:t>
            </a:r>
            <a:br/>
            <a:r>
              <a:t>&lt;!-- MEAL_DATA --&gt;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3017520"/>
            <a:ext cx="24688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🏃 운동 계산 핸들러</a:t>
            </a:r>
            <a:br/>
            <a:r>
              <a:t>(exercise_handler)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calculate_exercise_calories</a:t>
            </a:r>
            <a:br/>
            <a:r>
              <a:t>METs 과학적 공식 계산</a:t>
            </a:r>
            <a:br/>
            <a:r>
              <a:t>&lt;!-- EXERCISE_DATA --&gt;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017520"/>
            <a:ext cx="2468880" cy="1371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📚 영양 백과 RAG</a:t>
            </a:r>
            <a:br/>
            <a:r>
              <a:t>(rag_handler)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search_nutrition_knowledge</a:t>
            </a:r>
            <a:br/>
            <a:r>
              <a:t>혈당/정체기/흡수타이밍 지식</a:t>
            </a:r>
            <a:br/>
            <a:r>
              <a:t>전문 임상 영양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3017520"/>
            <a:ext cx="246888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💬 일반 코칭 핸들러</a:t>
            </a:r>
            <a:br/>
            <a:r>
              <a:t>(general_handler)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일상 웰니스 대화</a:t>
            </a:r>
            <a:br/>
            <a:r>
              <a:t>동기부여 및 멘탈 케어</a:t>
            </a:r>
            <a:br/>
            <a:r>
              <a:t>식단 목표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572000"/>
            <a:ext cx="7616952" cy="685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👤 Human-in-the-Loop 스마트 저장 컨펌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AI 추출 메타데이터 카드 렌더링 ➔ 사용자 원클릭 승인 ➔ SQLite DB 즉시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486400"/>
            <a:ext cx="2496312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__end__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대시보드 실시간 갱신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멀티모달 AI 코치 &amp; Function Calling (Tool Use)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임의의 추측을 원천 배제하고 식약처 공공데이터만을 기반으로 영양 분석 수행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💡 Function Calling (도구 바인딩) 메커니즘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1. 사용자 입력: 음식 사진 업로드 또는 텍스트 입력 ('점심에 샐러드 먹었어')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2. LLM 의도 판단: 식단 분석을 위해 영양 데이터 조회가 필수적임을 인식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3. 도구 실행: Python `search_food_nutrition(음식명)` 함수를 자동 호출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4. CSV DB 조회: 식약처 데이터셋에서 칼로리, 탄단지, 당류, 나트륨 수치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5. 최종 코칭 생성: 조회된 실제 데이터를 바탕으로 목표 대비 진단 및 피드백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📋 3단계 전문 코칭 프롬프트 체계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1. 영양소 요약: 섭취한 음식의 총 칼로리 및 탄·단·지, 나트륨 상세 수치 표기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2. 목표 대비 진단: 일일 목표치(예: 2,000kcal) 대비 현재 식단의 과부족 상태 평가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3. 솔루션 제안: 다음 식사(저녁/간식)에서 보충할 추천 대체 메뉴 및 행동 팁 제안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환각율 0% 보장: 모든 영양 수치를 DB 조회값으로 고정하여 임상적 신뢰성 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기술적 핵심 의의 (Technical Significance)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LLM을 단순 텍스트 생성기가 아닌 '의사결정 및 도구 실행 오케스트레이터'로 활용하여, 5,000+ 식약처 표준 영양 데이터셋과 완벽히 동기화된 정확한 답변을 생성합니다.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METs 운동 소모 칼로리 &amp; 영양 RAG &amp; 무중단 폴백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과학적 운동 대사량 산출 공식, 임상 영양 백과 지식 검색, 다중 모델 복원력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🏃 METs 운동 소모 칼로리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미국 스포츠의학회(ACSM) 공식 적용:</a:t>
            </a:r>
            <a:br/>
            <a:r>
              <a:t>  1.05 × METs × 체중(kg) × 시간(hr)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20+ 표준 운동 계수표 내장:</a:t>
            </a:r>
            <a:br/>
            <a:r>
              <a:t>  러닝(8.5), 웨이트(5.5), 수영(7.5) 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DB 체중 자동 연동: 사용자별 맞춤 계산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📚 다이어트 &amp; 영양 RAG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전문 영양 백과 지식 베이스 검색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혈당 스파이크 방지 식사 순서 가이드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다이어트 정체기 극복법 (리피드 전략)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단백질 흡수 타이밍 &amp; 대체 식재료 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🛡️ 5대 다중 모델 폴백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1순위: gemini-3.6-flash (기본 호출)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2순위: gemini-3.7-flash (차세대 플래시)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3순위: gemini-3.5-flash (고가용성)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4순위: gemini-flash-latest (최신)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5순위: gemini-2.5-flash-lite (경량)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무중단 서비스 보장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특정 Gemini 모델에 일시적 트래픽 과부하(503)나 분당 호출 제한(429)이 발생하더라도, 시스템이 0.5초 이내에 예비 Flash 모델로 자동 전환하여 사용자 중단 없이 안정적인 서비스를 제공합니다.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신체 정보 기반 맞춤 영양 자동 추천 &amp; 보안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미플린-세인트지올(Mifflin-St Jeor) 과학적 공식을 통한 개인화 설정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📏 BMR / TDEE 맞춤 영양 추천 공식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기초대사량 (BMR) 정밀 계산:</a:t>
            </a:r>
            <a:br/>
            <a:r>
              <a:t>   - 남성: (10×체중) + (6.25×키) - (5×나이) + 5</a:t>
            </a:r>
            <a:br/>
            <a:r>
              <a:t>   - 여성: (10×체중) + (6.25×키) - (5×나이) - 161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활동대사량 (TDEE) 반영: 운동 빈도별 1.2 ~ 1.725 계수 적용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목표별 칼로리/단백질 최적화:</a:t>
            </a:r>
            <a:br/>
            <a:r>
              <a:t>   - 감량(다이어트): TDEE - 450kcal / 체중 1kg당 1.6g 단백질</a:t>
            </a:r>
            <a:br/>
            <a:r>
              <a:t>   - 벌크업: TDEE + 300kcal / 체중 1kg당 1.8g 단백질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신체 스펙 수정 시 원클릭 재계산 지원 ([내 설정] 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🗄️ SQLite 데이터베이스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users 테이블: ID, 비밀번호 해시, 솔트, 성별, 나이, 키, 몸무게, 목표 칼로리, 목표 단백질, 텔레그램 Chat ID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meal_records 테이블: 일자별 식사 구분(아침/점심/저녁/간식), 음식명, 칼로리, 탄단지, 당류, 나트륨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exercise_records 테이블: 운동명, 운동 시간(분), 소모 칼로리(kcal), 메모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해싱으로 계정 안전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개인화 데이터 영속성 (Personalized Data Persistence)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회원가입 시 입력된 신체 스펙에 맞춰 일일 권장량이 자동 계산되며, 언제든 [내 설정] 탭에서 체중 변화에 맞춰 목표를 재계산하고 SQLite DB에 안전하게 격리 저장됩니다.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CORE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Human-in-the-Loop 스마트 자동 저장 &amp; 통계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분석 결과를 사용자가 원클릭으로 검토 및 저장하고, 실시간 통계 차트로 시각화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🍱 Human-in-the-Loop 스마트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태그 자동 파싱: AI 응답에서 구조화된 JSON 데이터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인터랙티브 컨펌 카드: AI 답변 바로 아래에 감지된 식단/운동 정보 카드 표시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승인 &amp; 저장: [💾 이 식단 DB에 바로 저장] 클릭 시 즉시 SQLite 기록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재입력 불필요: 사진 업로드부터 DB 저장까지 1초 만에 완료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📊 반응형 인터랙티브 통계 대시보드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일별(Daily): 순 칼로리(섭취 - 소모) 게이지 차트 &amp; 3대 영양소 도넛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주간(Weekly): 7일간 일별 칼로리 vs 목표 기준선 막대/선 복합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월간(Monthly): 월간 목표 달성 성공률 KPI &amp; 최다 섭취 음식 TOP 5 가로 막대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연간(Yearly): 1~12월 월평균 칼로리 &amp; 단백질 변화 다중 축 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총 섭취 칼로리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대비 실시간 집계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🔥 운동 소모 칼로리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METs 공식 기반 자동 차감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✨ 순 칼로리 (Net)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섭취량 - 소모량 실시간 달성도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Monthly Success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목표 성공률 (%)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한 달 식단 성공 일수 추적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CORE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텔레그램 연동 및 월간 결산 자동화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앱에 직접 접속하지 않아도 매월 1일 개인 메신저로 한 달 결산 리포트 자동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📱 텔레그램 리포트 구성 요소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간편한 연동: 텔레그램 봇으로 고유 Chat ID 확인 후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종합 결산 텍스트 리포트:</a:t>
            </a:r>
            <a:br/>
            <a:r>
              <a:t>   • 총 기록 일수 및 총 식사 횟수</a:t>
            </a:r>
            <a:br/>
            <a:r>
              <a:t>   • 월간 총 섭취 칼로리 및 일평균 섭취량</a:t>
            </a:r>
            <a:br/>
            <a:r>
              <a:t>   • 목표 달성 성공률 (%) 및 성공 일수</a:t>
            </a:r>
            <a:br/>
            <a:r>
              <a:t>   • 이번 달 최다 섭취 메뉴 TOP 3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코칭 총평: 달성률에 따른 맞춤형 피드백 및 다음 달 개선 조언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차트 이미지 전송: Matplotlib 기반 월간 칼로리 추이 그래프 자동 렌더링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⏰ 자동 발송 파이프라인 (scheduler.py)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백그라운드 스케줄러: 매월 1일 자정 정기 트리거 동작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일괄 브로드캐스트: 텔레그램 Chat ID를 등록한 모든 사용자 DB 일괄 조회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리포트 생성: 사용자별 전월 식단 데이터를 독립 집계하여 차트 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즉시 테스트: 웹 [내 설정] 탭에서 이번 달 리포트 즉시 수신 테스트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지속 가능한 다이어트 코칭 경험 (Continuous Engagement)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사용자가 앱을 능동적으로 켜지 않더라도 정기적인 외부 채널 리포트를 통해 식습관을 되돌아보고 지속적인 동기부여를 얻을 수 있는 완성형 서비스 루프를 제공합니다.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라이브스터디(1~7차시) 커리큘럼 연계 및 기술적 의의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강의에서 다룬 핵심 이론 및 프레임워크를 실제 동작하는 풀스택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📚 차시별 핵심 이론 접목 내역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1차시 (프롬프트 엔지니어링): 페르소나 부여 및 3단계 응답 구조 System Instruction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2~4차시 (데이터 전처리 &amp; RAG): 식약처 CSV 정제 및 키워드 기반 영양 매칭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5차시 (Tool Calling &amp; ReAct): LLM 도구 바인딩 및 함수 자동 호출 에이전트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6차시 (LangGraph &amp; 멀티모달): 세션 상태(State) 관리 및 사진+텍스트 동시 처리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7차시 (Adaptive Routing &amp; Human-in-the-Loop): 조건부 분기 및 스마트 저장 컨펌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단순 튜토리얼을 넘은 풀스택 완성: LLM 단독 실행이 아닌 DB, UI, 외부 메신저까지 결합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할루시네이션 완벽 통제: 공공데이터 검색 도구를 강제하여 의료/영양 도메인 신뢰성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실제 사용 가능한 완성도: 비밀번호 암호화, 개인 DB 격리, 5대 모델 무중단 폴백 구축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글로벌 클라우드 배포: Streamlit Cloud 및 GitHub CI/CD 자동 배포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 API 호출 기초부터 LangGraph 기반 상태 관리, RAG 지식 검색, Human-in-the-Loop 패턴까지 강의의 전 과정을 실전 서비스 형태로 구현하여 기술적 이해도를 극대화했습니다.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Pretendard"/>
              </a:defRPr>
            </a:pPr>
            <a:r>
              <a:t>서비스 배포 성과 및 향후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향후 스마트 헬스케어 생태계로의 확장 가능성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🚀 서비스 구현 및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GitHub 오픈소스 저장소: rye6837-web/impossible_to_get_lost_my_weight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Community Cloud 배포: 모바일/PC 반응형 웹 서비스 운영 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핵심 성과: 식단 사진 한 장으로 표준 영양 분석, 운동 칼로리 차감, 정기 결산 자동화 완성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안정성: 다중 모델 폴백으로 503/429 오류 0% 달성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스마트워치 / 헬스 데이터 연동: 애플워치·갤럭시워치 걸음 수 및 활동 칼로리 실시간 동기화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맞춤 식단 플래너 &amp; 장바구니: 부족한 영양소를 채워주는 일주일 식단표 생성 및 밀키트 구매 연계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연속 혈당 측정기(CGM) 데이터 접목: 혈당 스파이크 방지 식사 순서 실시간 코칭 기능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