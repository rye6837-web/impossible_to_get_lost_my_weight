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332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  <a:latin typeface="Pretendard"/>
              </a:defRPr>
            </a:pPr>
            <a:r>
              <a:t>AI AGENT PIPELINE &amp; NOTEBOOK VERIFICATION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Pretendard"/>
              </a:defRPr>
            </a:pPr>
            <a:r>
              <a:t>🥗 AI 다이어트 코치 에이전트 파이프라인 실증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Pretendard"/>
              </a:defRPr>
            </a:pPr>
            <a:r>
              <a:t>Diet_Agent_Pipeline_Verification.ipynb 기반 셀별 실측 &amp; 트러블슈팅 완벽 검증</a:t>
            </a:r>
          </a:p>
          <a:p>
            <a:pPr>
              <a:defRPr sz="1150">
                <a:solidFill>
                  <a:srgbClr val="94A3B8"/>
                </a:solidFill>
                <a:latin typeface="Pretendard"/>
              </a:defRPr>
            </a:pPr>
            <a:r>
              <a:t>발표자 : 메타코드M 라이브 스터디  |  기술 스택 : Gemini Flash · LangGraph · Self-RAG · SQLite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프레젠테이션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MVP 1장 요약 ➔ 주피터 셀별 파이프라인 실측 ➔ 실무 트러블슈팅 ➔ 결론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2002536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Ⅰ. MVP 구동 요약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01. 서비스 MVP 1장 구동 시연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02. 멀티모달 &amp; 순 칼로리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819656"/>
            <a:ext cx="2002536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Ⅱ. 노트북 도구 실측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03. LangGraph 시각화 (Cell 2)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04. [Tool 1] 식약처 DB (Cell 3)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05. [Tool 2] METs 운동 (Cell 4)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06. [Tool 3] 영양 RAG (Cell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819656"/>
            <a:ext cx="2002536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Ⅲ. 에이전트 &amp; Self-RAG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07. 식단 분석 &amp; MEAL (Cell 7)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08. 운동 기록 &amp; EX (Cell 8)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09. Self-RAG 3단계 (Cell 9)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10. SQLite DB 집계 (Cell 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19656"/>
            <a:ext cx="2002536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Ⅳ. 트러블슈팅 &amp; 결론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11. 503/429/404 모델 복원력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12. Salt 보안 &amp; 네임스페이스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13. 강의 연계 및 로드맵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발표 핵심 전략 (Presentation Strategy)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웹 MVP 화면을 1장으로 집약 소개하고, 주피터 노트북(Diet_Agent_Pipeline_Verification.ipynb)의 셀별 실행 로그와 실무 트러블슈팅 해결 과정을 직관적으로 전달합니다.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MVP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서비스 MVP 구동 요약 (Live Prototype)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Streamlit 반응형 웹, 사진 식단 분석, 원클릭 스마트 저장, 텔레그램 정기 결산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🖥️ 클라이언트 핵심 구동 화면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📸 멀티모달 식단 인식: 카메라 촬영 및 사진 업로드 분석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🍱 HIL 스마트 카드: AI 분석 결과 확인 후 원클릭 DB 저장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📊 순 칼로리 대시보드: 섭취량 - 소모량 실시간 게이지 연동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📱 텔레그램 월간 결산: 매월 1일 자정 통계 &amp; 그래프 자동 전송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7373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웹 프레임워크</a:t>
            </a:r>
          </a:p>
          <a:p>
            <a:pPr>
              <a:defRPr sz="1800" b="1">
                <a:solidFill>
                  <a:srgbClr val="0066CC"/>
                </a:solidFill>
                <a:latin typeface="Pretendard"/>
              </a:defRPr>
            </a:pPr>
            <a:r>
              <a:t>Streamlit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반응형 인터랙티브 웹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60020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7373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인공지능 모델</a:t>
            </a:r>
          </a:p>
          <a:p>
            <a:pPr>
              <a:defRPr sz="1800" b="1">
                <a:solidFill>
                  <a:srgbClr val="10B981"/>
                </a:solidFill>
                <a:latin typeface="Pretendard"/>
              </a:defRPr>
            </a:pPr>
            <a:r>
              <a:t>Gemini Flash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초고속 멀티모달 &amp; 도구 바인딩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324612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383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데이터베이스</a:t>
            </a:r>
          </a:p>
          <a:p>
            <a:pPr>
              <a:defRPr sz="1800" b="1">
                <a:solidFill>
                  <a:srgbClr val="8B5CF6"/>
                </a:solidFill>
                <a:latin typeface="Pretendard"/>
              </a:defRPr>
            </a:pPr>
            <a:r>
              <a:t>SQLite + Salt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SHA-256 개인화 암호화 격리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3246120"/>
            <a:ext cx="24688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33832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정기 알림</a:t>
            </a:r>
          </a:p>
          <a:p>
            <a:pPr>
              <a:defRPr sz="1800" b="1">
                <a:solidFill>
                  <a:srgbClr val="F59E0B"/>
                </a:solidFill>
                <a:latin typeface="Pretendard"/>
              </a:defRPr>
            </a:pPr>
            <a:r>
              <a:t>Telegram Bot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매월 1일 월간 리포트 자동 발송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MVP 핵심 가치 (Core MVP Value)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수동 입력의 피로도와 LLM의 환각을 해결하여, 사진 1장으로 식약처 표준 영양 수치와 순 칼로리를 관리하는 풀스택 프로덕션을 완성했습니다.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2] LangGraph 상태 그래프 정의 &amp; Mermaid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compiled_agent.get_graph().draw_mermaid() 기반의 조건부 라우팅 워크플로우 실증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Pretendard"/>
              </a:defRPr>
            </a:pPr>
            <a:r>
              <a:t>💻 Cell 2: get_graph().draw_mermaid() Output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[LangGraph 상태 그래프 Mermaid 출력]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```mermaid</a:t>
            </a:r>
          </a:p>
          <a:p>
            <a:pPr>
              <a:spcAft>
                <a:spcPts val="250"/>
              </a:spcAft>
              <a:defRPr sz="1000">
                <a:solidFill>
                  <a:srgbClr val="FDE047"/>
                </a:solidFill>
                <a:latin typeface="Pretendard"/>
              </a:defRPr>
            </a:pPr>
            <a:r>
              <a:t>graph TD;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__start__ --&gt; intent_router;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intent_router -.-&gt; food_handler &amp; exercise_handler;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intent_router -.-&gt; rag_handler &amp; general_handler;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food_handler &amp; exercise_handler --&gt; self_rag_evaluator;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rag_handler &amp; general_handler --&gt; self_rag_evaluator;</a:t>
            </a:r>
          </a:p>
          <a:p>
            <a:pPr>
              <a:spcAft>
                <a:spcPts val="250"/>
              </a:spcAft>
              <a:defRPr sz="1000">
                <a:solidFill>
                  <a:srgbClr val="4ADE80"/>
                </a:solidFill>
                <a:latin typeface="Pretendard"/>
              </a:defRPr>
            </a:pPr>
            <a:r>
              <a:t>  self_rag_evaluator -.-&gt;|합격: passed| human_in_the_loop;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self_rag_evaluator ==&gt;|불합격: retry 되돌아감| intent_router;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human_in_the_loop --&gt; __end__;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```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🔀 상태 그래프(StateGraph) 구조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State 스키마: `question`, `intent`, `tool_results`, `quality_score`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START ➔ `intent_router`: 질문 의도 4대 조건부 분기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4대 핸들러: `food`, `exercise`, `rag`, `general`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품질 평가: 4대 핸들러 ➔ `self_rag_evaluator` (3단계 검증)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스마트 저장: `human_in_the_loop` ➔ END (DB 저장)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조건부 라우팅 검증 (Routing Verification)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LangGraph 상태 그래프를 통해 사용자 입력 의도에 맞춰 전문 도구로 분기하고 품질 검증을 거치는 제어 흐름을 실증했습니다.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3] Tool 1 검증 : 식약처 표준 영양 CSV DB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search_food_nutrition() 함수를 통한 5,000+ 공공데이터 실측 영양 수치 반환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Cell 3: search_food_nutrition('닭가슴살')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[입력]: food_name = '닭가슴살'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[식약처 CSV DB 실측 반환 JSON]: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'식품명': '콜라겐이첨가된훈제닭가슴살',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'기준량': '100g',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'칼로리(kcal)': 135.0,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'단백질(g)': 26.0,  '지방(g)': 1.5,  '탄수화물(g)': 3.0,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'나트륨(mg)': 58.0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Status: ✅ 100% 실측 영양 데이터 반환 성공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🔍 Tool 1 작동 원리 &amp; 검증 포인트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공공데이터 연동: 식약처 5,000+ 식품 표준 영양 CSV 탑재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키워드 매칭 로직: 사용자가 입력한 대표 음식명 자동 탐색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추출 영양 성분: 칼로리, 탄수화물, 단백질, 지방, 당류, 나트륨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환각율 0%: LLM 임의 추측을 배제하고 CSV 실측치만 반환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100% 공공데이터 기반 신뢰성 (Zero-Hallucination Verified)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LLM이 수치를 추측하지 않고 파이썬 함수가 공공데이터 실측치(135kcal, 단백질 26g)를 조회하여 반환합니다.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4] Tool 2 검증 : ACSM METs 운동 소모 계산기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calculate_exercise_calories() 함수를 통한 과학적 운동 대사량 산출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Cell 4: calculate_exercise_calories('러닝')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[입력]: exercise='러닝', duration=30분, weight=70kg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[ACSM 공식 계산 실측 반환 JSON]: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'운동명': '러닝',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'적용체중(kg)': 70.0,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'METs계수': 8.5,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'소모칼로리(kcal)': 312.4,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'설명': '70.0kg 기준 러닝 30분 수행 시 약 312.4 kcal 소모'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🏃 Tool 2 작동 원리 &amp; 검증 포인트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ACSM 공식: `소모 칼로리 = 1.05 × METs × 체중(kg) × 시간(hr)`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20+ 운동 계수 DB: 러닝(8.5), 웨이트(5.5), 수영(7.0), 줄넘기(10.0)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체중 연동: 사용자별 체중(kg) 자동 반영 맞춤 계산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순 칼로리(Net Calories) 연동: 섭취량 - 운동 소모량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과학적 대사량 관리 (Scientific Energy Expenditure)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미국 스포츠의학회(ACSM) 공식에 체중과 운동 시간을 연동하여 정밀한 소모 칼로리를 산출합니다.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5] Tool 3 검증 : 다이어트 &amp; 영양 백과 RAG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search_nutrition_knowledge() 함수를 통한 임상 영양 전문 지식 탐색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Cell 5: search_nutrition_knowledge('혈당')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[입력]: query = '혈당 스파이크 방지'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[영양 RAG 지식 검색 실측 반환 JSON]: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'주제': '혈당 스파이크 방지 및 식사 순서',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'가이드내용': '식사 시 [식이섬유 -&gt; 단백질/지방 -&gt;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탄수화물] 순서로 섭취하면 급격한 혈당 상승을 방지하고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  <a:r>
              <a:t>  인슐린 과다 분비로 인한 체지방 축적을 막을 수 있습니다.'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📚 Tool 3 작동 원리 &amp; 검증 포인트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영양 백과 RAG: 전문 임상 영양 지식 베이스 구축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혈당 스파이크 방지: [식이섬유 ➔ 단백질 ➔ 탄수화물] 식사순서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정체기 극복 가이드: 대사 적응 극복을 위한 리피드(Refeed) 전략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단백질 흡수 타이밍: 운동 직후 근합성을 위한 영양 보충 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임상 영양 가이드 (Clinical Nutrition RAG)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단순 수치 계산을 넘어 혈당 관리 및 정체기 극복을 위한 전문 임상 영양 가이드를 과학적으로 제공합니다.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7] 식단 분석 &amp; MEAL_DATA 메타데이터 태깅 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AI 코칭 답변 생성과 동시에 구조화된 MEAL_DATA JSON 자동 추출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Pretendard"/>
              </a:defRPr>
            </a:pPr>
            <a:r>
              <a:t>💻 Cell 7: parse_agent_metadata() Output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[추출된 식단 메타데이터 (MEAL_DATA)]: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'food_name': '닭가슴살과 사과',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'calories': 235,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'carbs': 28,  'protein': 27,  'fat': 2,  'sugar': 20,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'sodium': 58,  'meal_type': '점심'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[호출 성공 모델]: gemini-3.5-flash-lite (1초 만에 완료)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🏷️ Human-in-the-Loop 메타데이터 태깅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3단계 프롬프트: ① 영양소 요약 ➔ ② 목표 대비 진단 ➔ ③ 메뉴 제안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메타데이터 생성: `&lt;!-- MEAL_DATA: {...} --&gt;` 한 줄 태깅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정규식 파서: `parse_agent_metadata()`로 텍스트와 JSON 분리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스마트 컨펌 카드: UI 하단에 즉시 렌더링되어 원클릭 DB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정형 데이터 자동 추출 (Structured Data Extraction)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자연어 답변에서 정형 JSON 데이터를 완벽히 분리하여 사용자의 원클릭 DB 저장을 지원합니다.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8] 운동 기록 &amp; EXERCISE_DATA 메타데이터 태깅 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운동 내용 인식 후 소모 칼로리 계산 및 EXERCISE_DATA JSON 자동 추출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Pretendard"/>
              </a:defRPr>
            </a:pPr>
            <a:r>
              <a:t>💻 Cell 8: parse_agent_metadata() Output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[입력]: '오늘 저녁에 야외 러닝 30분 뛰었어. 몸무게 70kg'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[추출된 운동 메타데이터 (EXERCISE_DATA)]: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'exercise_name': '러닝',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'duration_min': 30,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'calories_burned': 312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Status: ✅ 운동 메타데이터 추출 &amp; DB 저장 연동 준비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🏃 운동 기록 파싱 &amp; 연동 메커니즘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자연어 운동 인식: '러닝 30분 뛰었어' ➔ 운동명/시간 추출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METs 계산기 바인딩: 체중 70kg 기준 소모 칼로리 자동 계산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메타데이터 생성: `&lt;!-- EXERCISE_DATA: {...} --&gt;` 태깅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순 칼로리 차감: DB 저장 시 당일 섭취 칼로리에서 즉시 차감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운동 데이터 파이프라인 (Exercise Data Pipeline)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자연어 운동 입력을 구조화 데이터로 변환하여 실시간 소모 칼로리를 대시보드에 즉각 반영합니다.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9] Self-RAG 3단계 품질 게이트 (LLM-as-a-Judge)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관련성(Relevance) ➔ 환각 검출(Grounding) ➔ 임상 안전성(Safety) 3중 검증 실측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Cell 9: evaluate_self_rag_quality() Output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[Self-RAG 3단계 품질 게이트 실행 결과]: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FDE047"/>
                </a:solidFill>
                <a:latin typeface="Pretendard"/>
              </a:defRPr>
            </a:pPr>
            <a:r>
              <a:t>  'Gate_1_Relevance': 'yes',</a:t>
            </a:r>
          </a:p>
          <a:p>
            <a:pPr>
              <a:spcAft>
                <a:spcPts val="250"/>
              </a:spcAft>
              <a:defRPr sz="1000">
                <a:solidFill>
                  <a:srgbClr val="4ADE80"/>
                </a:solidFill>
                <a:latin typeface="Pretendard"/>
              </a:defRPr>
            </a:pPr>
            <a:r>
              <a:t>  'Gate_2_Grounding_Zero_Hallucination': true,</a:t>
            </a:r>
          </a:p>
          <a:p>
            <a:pPr>
              <a:spcAft>
                <a:spcPts val="250"/>
              </a:spcAft>
              <a:defRPr sz="1000">
                <a:solidFill>
                  <a:srgbClr val="FDE047"/>
                </a:solidFill>
                <a:latin typeface="Pretendard"/>
              </a:defRPr>
            </a:pPr>
            <a:r>
              <a:t>  'Gate_3_Clinical_Safety': 'safe',</a:t>
            </a:r>
          </a:p>
          <a:p>
            <a:pPr>
              <a:spcAft>
                <a:spcPts val="250"/>
              </a:spcAft>
              <a:defRPr sz="1000">
                <a:solidFill>
                  <a:srgbClr val="4ADE80"/>
                </a:solidFill>
                <a:latin typeface="Pretendard"/>
              </a:defRPr>
            </a:pPr>
            <a:r>
              <a:t>  'ALL_GATES_PASSED': true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Status: ✅ 3단계 품질 게이트 ALL PASS (최종 승인)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🛡️ 3단계 이진 품질 평가 구조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Gate 1. 영양 관련성 검증 (Relevance Check):</a:t>
            </a:r>
            <a:br/>
            <a:r>
              <a:t>  • 사용자 식단 ↔ DB 조회 식품 일치 여부 판정 (Yes/No)</a:t>
            </a:r>
            <a:br/>
            <a:r>
              <a:t>  • 불일치 시 쿼리 자동 재작성 (CRAG 보정)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Gate 2. 환각 수치 검출 (Hallucination Grounding):</a:t>
            </a:r>
            <a:br/>
            <a:r>
              <a:t>  • 칼로리/탄단지 수치와 DB 실측치 100% 일치 검증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Gate 3. 임상 안전 가드레일 (Clinical Safety):</a:t>
            </a:r>
            <a:br/>
            <a:r>
              <a:t>  • 초저열량 경고 및 의학적 면책 안내 자동 삽입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철저한 환각 통제 (Zero-Hallucination Verified)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LLM-as-a-Judge 평가를 통해 관련성, 사실 근거성, 임상 안전성을 3중 검증하여 안전한 답변만 제공합니다.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NOTEBOOK CELL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[Cell 10] SQLite DB 연동 &amp; 순 칼로리 집계 쿼리 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get_daily_summary() 함수를 통한 섭취량 - 소모량 실시간 집계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DE047"/>
                </a:solidFill>
                <a:latin typeface="Pretendard"/>
              </a:defRPr>
            </a:pPr>
            <a:r>
              <a:t>💻 Cell 10: get_daily_summary(user_id=1)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[SQLite 일별 종합 집계 실측 쿼리 결과]: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'total_cal': 235.0,       # 닭가슴살+사과 섭취량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'total_burned': 312.4,    # 러닝 30분 소모량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'net_cal': -77.4,         # ✨ 순 칼로리 (235 - 312.4)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'total_protein': 27.0,    # 섭취 단백질(g)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  'records_count': 1,       'exercise_count': 1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Status: ✅ SQLite DB Record Insert &amp; Query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💾 SQLite 데이터베이스 &amp; 순 칼로리 연산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테이블 구조: `users`, `meal_records`, `exercise_records`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순 칼로리 공식: `Net Calories = 총 섭취 칼로리 - 총 운동 소모량`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대시보드 실시간 반영: 일별 순 칼로리 게이지 및 도넛 차트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데이터 무결성: 사용자 ID 기반 완벽한 개인 데이터 격리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순 칼로리 에너지 균형 (Net Energy Balance)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섭취 칼로리에서 운동 소모량을 차감한 순 칼로리를 실시간 연산하여 지속 가능한 다이어트를 지원합니다.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TROUBLESHOOTING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실무 트러블슈팅 ① : 503/429/404 다중 모델 복원력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구글 API 과부하, 속도 제한, 구모델 폐기 대응 4대 Flash 모델 폴백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3F5E"/>
                </a:solidFill>
                <a:latin typeface="Pretendard"/>
              </a:defRPr>
            </a:pPr>
            <a:r>
              <a:t>💻 Live Fallback Execution Log (Self-Healing)</a:t>
            </a: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[1. 503 / 429 감지 시 자동 폴백 루프]</a:t>
            </a:r>
          </a:p>
          <a:p>
            <a:pPr>
              <a:spcAft>
                <a:spcPts val="250"/>
              </a:spcAft>
              <a:defRPr sz="1000">
                <a:solidFill>
                  <a:srgbClr val="F87171"/>
                </a:solidFill>
                <a:latin typeface="Pretendard"/>
              </a:defRPr>
            </a:pPr>
            <a:r>
              <a:t>Attempt 1: Call [gemini-3.6-flash] -&gt; 429 Limit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🔄 Auto-Switching: [gemini-3.5-flash-lite]</a:t>
            </a:r>
          </a:p>
          <a:p>
            <a:pPr>
              <a:spcAft>
                <a:spcPts val="250"/>
              </a:spcAft>
              <a:defRPr sz="1000">
                <a:solidFill>
                  <a:srgbClr val="F8FAFC"/>
                </a:solidFill>
                <a:latin typeface="Pretendard"/>
              </a:defRPr>
            </a:pPr>
          </a:p>
          <a:p>
            <a:pPr>
              <a:spcAft>
                <a:spcPts val="250"/>
              </a:spcAft>
              <a:defRPr sz="1000">
                <a:solidFill>
                  <a:srgbClr val="94A3B8"/>
                </a:solidFill>
                <a:latin typeface="Pretendard"/>
              </a:defRPr>
            </a:pPr>
            <a:r>
              <a:t># [2. 1초 만에 정상 응답 복구 완료]</a:t>
            </a:r>
          </a:p>
          <a:p>
            <a:pPr>
              <a:spcAft>
                <a:spcPts val="250"/>
              </a:spcAft>
              <a:defRPr sz="1000">
                <a:solidFill>
                  <a:srgbClr val="4ADE80"/>
                </a:solidFill>
                <a:latin typeface="Pretendard"/>
              </a:defRPr>
            </a:pPr>
            <a:r>
              <a:t>✅ [gemini-3.5-flash-lite] 200 OK (분석 성공)</a:t>
            </a:r>
          </a:p>
          <a:p>
            <a:pPr>
              <a:spcAft>
                <a:spcPts val="250"/>
              </a:spcAft>
              <a:defRPr sz="1000">
                <a:solidFill>
                  <a:srgbClr val="E4E4E7"/>
                </a:solidFill>
                <a:latin typeface="Pretendard"/>
              </a:defRPr>
            </a:pPr>
            <a:r>
              <a:t>Output: {'food_name': '닭가슴살', 'kcal': 135}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🚨 3대 모델 장애 &amp; 해결 조치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Issue 1. `503 UNAVAILABLE` (일시 과부하)</a:t>
            </a:r>
            <a:br/>
            <a:r>
              <a:t>  ➔ 4대 Flash 모델 간 `0.5초 무중단 자동 폴백` 구축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Issue 2. `429 RESOURCE_EXHAUSTED` (속도 제한)</a:t>
            </a:r>
            <a:br/>
            <a:r>
              <a:t>  ➔ 1순위 모델을 넉넉한 `gemini-3.5-flash-lite`로 재구성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Issue 3. `404 NOT_FOUND` (구버전 2.5 폐기 대응)</a:t>
            </a:r>
            <a:br/>
            <a:r>
              <a:t>  ➔ 폐기된 구모델 완전 제거 및 3.5/3.6/3.7 최신화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고가용성 복원력 (Fault-Tolerant Resilience)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특정 모델 장애 시에도 `[3.5-flash-lite ➔ 3.6-flash ➔ 3.7-flash ➔ 3.5-flash]` 캐스케이딩 폴백으로 100% 가용성을 보장합니다.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TROUBLESHOOTING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실무 트러블슈팅 ② : Salt 보안 해싱 &amp; 네임스페이스 격리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레인보우 테이블 공격 방어를 위한 Salt 암호화 및 리눅스 패키지 충돌 해결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🔐 Salt 난수 암호화 (database.py)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단순 해싱 한계: '1234'의 해시는 전 세계 공통 고정값 ➔ 레인보우 테이블 해킹 취약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Salt 결합: 유저마다 고유 32바이트 난수(`Salt`) 결합 ➔ 유저마다 완전히 다른 랜덤 해시값 생성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보안 효과: DB 유출 시에도 비밀번호 역추적 100%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📁 Clean Architecture 네임스페이스 격리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Issue: Cloud 배포 시 `tools/`, `db/` 등 일반 폴더명이 서버 전역 패키지와 충돌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해결: `app_tools/`, `app_db/`, `app_services/`, `ai_agent/` 고유 네임스페이스 전면 리팩토링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성과: Streamlit Cloud 및 리눅스 환경 100% 무결점 배포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보안성 및 배포 안정성 확보 (Security &amp; Architecture)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난수 Salt 단방향 해싱으로 개인정보를 보호하고, 네임스페이스 격리로 클라우드 배포 무결점을 달성했습니다.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라이브스터디(1~7차시) 연계 및 확장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강의 핵심 이론의 실전 풀스택 집대성 및 차세대 스마트 헬스케어 확장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📚 1~7차시 커리큘럼 집대성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1차시: 페르소나 및 3단계 응답 프롬프트 엔지니어링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2~4차시: 식약처 CSV 데이터 전처리 및 키워드 매칭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5차시: Function Calling 도구 바인딩 (식약처/METs/RAG)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6차시: 세션 메모리 &amp; 멀티모달 사진 처리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7차시: Self-RAG 3단계 품질 게이트 &amp; LangGraph 시각화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19656"/>
            <a:ext cx="4718304" cy="2670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Pretendard"/>
              </a:defRPr>
            </a:pPr>
            <a:r>
              <a:t>🔮 향후 확장 로드맵 (Roadmap)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스마트워치 연동: 애플워치·갤럭시워치 활동 칼로리 실시간 동기화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AI 맞춤 식단 플래너: 일주일 식단표 자동 생성 및 밀키트 연계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Pretendard"/>
              </a:defRPr>
            </a:pPr>
            <a:r>
              <a:t>•  연속 혈당 측정기(CGM) 접목: 혈당 반응 기반 실시간 코칭 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감사 인사 및 Q&amp;A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경청해 주셔서 감사합니다. 질문 및 피드백을 환영합니다!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